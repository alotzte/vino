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365" r:id="rId2"/>
    <p:sldId id="366" r:id="rId3"/>
    <p:sldId id="362" r:id="rId4"/>
    <p:sldId id="364" r:id="rId5"/>
    <p:sldId id="375" r:id="rId6"/>
    <p:sldId id="369" r:id="rId7"/>
    <p:sldId id="372" r:id="rId8"/>
    <p:sldId id="266" r:id="rId9"/>
    <p:sldId id="373" r:id="rId10"/>
    <p:sldId id="370" r:id="rId11"/>
    <p:sldId id="268" r:id="rId12"/>
    <p:sldId id="371" r:id="rId13"/>
    <p:sldId id="271" r:id="rId14"/>
    <p:sldId id="374" r:id="rId15"/>
    <p:sldId id="377" r:id="rId16"/>
    <p:sldId id="376" r:id="rId17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266"/>
            <p14:sldId id="373"/>
            <p14:sldId id="370"/>
            <p14:sldId id="268"/>
            <p14:sldId id="371"/>
            <p14:sldId id="271"/>
            <p14:sldId id="374"/>
            <p14:sldId id="377"/>
            <p14:sldId id="376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9" dt="2026-09-28T19:10:31.730"/>
    <p1510:client id="{83CF2E42-AEA7-722E-B286-8F9D7788C67B}" v="3" dt="2026-09-28T16:32:46.345"/>
    <p1510:client id="{900F5FD7-02FC-2662-0957-DD1851504371}" v="5" dt="2026-09-28T13:44:09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918" autoAdjust="0"/>
  </p:normalViewPr>
  <p:slideViewPr>
    <p:cSldViewPr snapToGrid="0">
      <p:cViewPr varScale="1">
        <p:scale>
          <a:sx n="74" d="100"/>
          <a:sy n="74" d="100"/>
        </p:scale>
        <p:origin x="1956" y="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Гость" providerId="Windows Live" clId="Web-{00000000-0000-0000-0000-000000000000}"/>
    <pc:docChg chg="modSld">
      <pc:chgData name="Гость" userId="" providerId="Windows Live" clId="Web-{00000000-0000-0000-0000-000000000000}" dt="2026-09-28T14:54:13.992" v="0"/>
      <pc:docMkLst>
        <pc:docMk/>
      </pc:docMkLst>
      <pc:sldChg chg="addSp delSp modSp">
        <pc:chgData name="Гость" userId="" providerId="Windows Live" clId="Web-{00000000-0000-0000-0000-000000000000}" dt="2026-09-28T14:54:13.992" v="0"/>
        <pc:sldMkLst>
          <pc:docMk/>
          <pc:sldMk cId="922147036" sldId="362"/>
        </pc:sldMkLst>
        <pc:spChg chg="del">
          <ac:chgData name="Гость" userId="" providerId="Windows Live" clId="Web-{00000000-0000-0000-0000-000000000000}" dt="2026-09-28T14:54:13.992" v="0"/>
          <ac:spMkLst>
            <pc:docMk/>
            <pc:sldMk cId="922147036" sldId="362"/>
            <ac:spMk id="4" creationId="{767E99FD-70C0-A2B6-EA8E-C07EBA0B37E0}"/>
          </ac:spMkLst>
        </pc:spChg>
        <pc:picChg chg="add mod ord">
          <ac:chgData name="Гость" userId="" providerId="Windows Live" clId="Web-{00000000-0000-0000-0000-000000000000}" dt="2026-09-28T14:54:13.992" v="0"/>
          <ac:picMkLst>
            <pc:docMk/>
            <pc:sldMk cId="922147036" sldId="362"/>
            <ac:picMk id="2" creationId="{1ECC32F3-C246-46FD-7E60-95B435CC6C04}"/>
          </ac:picMkLst>
        </pc:picChg>
      </pc:sldChg>
    </pc:docChg>
  </pc:docChgLst>
  <pc:docChgLst>
    <pc:chgData name="Гость" providerId="Windows Live" clId="Web-{900F5FD7-02FC-2662-0957-DD1851504371}"/>
    <pc:docChg chg="modSld">
      <pc:chgData name="Гость" userId="" providerId="Windows Live" clId="Web-{900F5FD7-02FC-2662-0957-DD1851504371}" dt="2026-09-28T13:44:09.426" v="4" actId="14100"/>
      <pc:docMkLst>
        <pc:docMk/>
      </pc:docMkLst>
      <pc:sldChg chg="addSp delSp modSp addAnim delAnim">
        <pc:chgData name="Гость" userId="" providerId="Windows Live" clId="Web-{900F5FD7-02FC-2662-0957-DD1851504371}" dt="2026-09-28T13:44:09.426" v="4" actId="14100"/>
        <pc:sldMkLst>
          <pc:docMk/>
          <pc:sldMk cId="540647633" sldId="271"/>
        </pc:sldMkLst>
        <pc:picChg chg="add del mod">
          <ac:chgData name="Гость" userId="" providerId="Windows Live" clId="Web-{900F5FD7-02FC-2662-0957-DD1851504371}" dt="2026-09-28T13:43:51.801" v="2"/>
          <ac:picMkLst>
            <pc:docMk/>
            <pc:sldMk cId="540647633" sldId="271"/>
            <ac:picMk id="38" creationId="{CE04963B-F0CF-B466-6A0D-4FC0F96DB3DD}"/>
          </ac:picMkLst>
        </pc:picChg>
        <pc:picChg chg="add mod">
          <ac:chgData name="Гость" userId="" providerId="Windows Live" clId="Web-{900F5FD7-02FC-2662-0957-DD1851504371}" dt="2026-09-28T13:44:09.426" v="4" actId="14100"/>
          <ac:picMkLst>
            <pc:docMk/>
            <pc:sldMk cId="540647633" sldId="271"/>
            <ac:picMk id="40" creationId="{1B98BC46-30C9-4D17-71D6-DB5F6F1F9F1C}"/>
          </ac:picMkLst>
        </pc:picChg>
      </pc:sldChg>
    </pc:docChg>
  </pc:docChgLst>
  <pc:docChgLst>
    <pc:chgData name="Александр Отченашенко" userId="13e48fd696420ecd" providerId="LiveId" clId="{E3ADD4B8-4A13-4F9F-88EB-F7E8F040839B}"/>
    <pc:docChg chg="undo custSel addSld delSld modSld modSection">
      <pc:chgData name="Александр Отченашенко" userId="13e48fd696420ecd" providerId="LiveId" clId="{E3ADD4B8-4A13-4F9F-88EB-F7E8F040839B}" dt="2026-09-28T19:31:15.579" v="764"/>
      <pc:docMkLst>
        <pc:docMk/>
      </pc:docMkLst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1750984224" sldId="260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2384268140" sldId="261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1069895185" sldId="262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1313231393" sldId="263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292064894" sldId="264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2194599202" sldId="267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1099989456" sldId="269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1163964322" sldId="270"/>
        </pc:sldMkLst>
      </pc:sldChg>
      <pc:sldChg chg="addSp delSp modSp add mod setBg addAnim delAnim modAnim">
        <pc:chgData name="Александр Отченашенко" userId="13e48fd696420ecd" providerId="LiveId" clId="{E3ADD4B8-4A13-4F9F-88EB-F7E8F040839B}" dt="2026-09-28T19:25:26.949" v="762" actId="12789"/>
        <pc:sldMkLst>
          <pc:docMk/>
          <pc:sldMk cId="540647633" sldId="271"/>
        </pc:sldMkLst>
        <pc:spChg chg="del">
          <ac:chgData name="Александр Отченашенко" userId="13e48fd696420ecd" providerId="LiveId" clId="{E3ADD4B8-4A13-4F9F-88EB-F7E8F040839B}" dt="2026-09-28T18:56:53.759" v="580" actId="478"/>
          <ac:spMkLst>
            <pc:docMk/>
            <pc:sldMk cId="540647633" sldId="271"/>
            <ac:spMk id="2" creationId="{5233E939-A70B-4D59-BFF9-25B1232567BA}"/>
          </ac:spMkLst>
        </pc:spChg>
        <pc:spChg chg="del">
          <ac:chgData name="Александр Отченашенко" userId="13e48fd696420ecd" providerId="LiveId" clId="{E3ADD4B8-4A13-4F9F-88EB-F7E8F040839B}" dt="2026-09-28T19:05:39.358" v="592" actId="478"/>
          <ac:spMkLst>
            <pc:docMk/>
            <pc:sldMk cId="540647633" sldId="271"/>
            <ac:spMk id="4" creationId="{ED043264-47A7-41A8-BD39-44764904AB37}"/>
          </ac:spMkLst>
        </pc:spChg>
        <pc:spChg chg="del">
          <ac:chgData name="Александр Отченашенко" userId="13e48fd696420ecd" providerId="LiveId" clId="{E3ADD4B8-4A13-4F9F-88EB-F7E8F040839B}" dt="2026-09-28T19:05:40.582" v="593" actId="478"/>
          <ac:spMkLst>
            <pc:docMk/>
            <pc:sldMk cId="540647633" sldId="271"/>
            <ac:spMk id="5" creationId="{65760666-5FA0-4D8C-AB12-AC2144A46678}"/>
          </ac:spMkLst>
        </pc:spChg>
        <pc:spChg chg="mod">
          <ac:chgData name="Александр Отченашенко" userId="13e48fd696420ecd" providerId="LiveId" clId="{E3ADD4B8-4A13-4F9F-88EB-F7E8F040839B}" dt="2026-09-28T19:19:50.927" v="740"/>
          <ac:spMkLst>
            <pc:docMk/>
            <pc:sldMk cId="540647633" sldId="271"/>
            <ac:spMk id="6" creationId="{479C1FF3-9154-73D8-09DF-4808E1934786}"/>
          </ac:spMkLst>
        </pc:spChg>
        <pc:spChg chg="del">
          <ac:chgData name="Александр Отченашенко" userId="13e48fd696420ecd" providerId="LiveId" clId="{E3ADD4B8-4A13-4F9F-88EB-F7E8F040839B}" dt="2026-09-28T19:06:27.158" v="614" actId="478"/>
          <ac:spMkLst>
            <pc:docMk/>
            <pc:sldMk cId="540647633" sldId="271"/>
            <ac:spMk id="6" creationId="{7A4149DD-AEA5-4B34-B1C7-7F98E296C6A8}"/>
          </ac:spMkLst>
        </pc:spChg>
        <pc:spChg chg="mod">
          <ac:chgData name="Александр Отченашенко" userId="13e48fd696420ecd" providerId="LiveId" clId="{E3ADD4B8-4A13-4F9F-88EB-F7E8F040839B}" dt="2026-09-28T19:19:50.927" v="740"/>
          <ac:spMkLst>
            <pc:docMk/>
            <pc:sldMk cId="540647633" sldId="271"/>
            <ac:spMk id="7" creationId="{8E4AFD49-4427-0AED-D13A-05BD92953907}"/>
          </ac:spMkLst>
        </pc:spChg>
        <pc:spChg chg="del">
          <ac:chgData name="Александр Отченашенко" userId="13e48fd696420ecd" providerId="LiveId" clId="{E3ADD4B8-4A13-4F9F-88EB-F7E8F040839B}" dt="2026-09-28T19:06:27.158" v="614" actId="478"/>
          <ac:spMkLst>
            <pc:docMk/>
            <pc:sldMk cId="540647633" sldId="271"/>
            <ac:spMk id="7" creationId="{F0E3C014-67F9-4CD2-9DAD-DD9229F6DBCC}"/>
          </ac:spMkLst>
        </pc:spChg>
        <pc:spChg chg="del">
          <ac:chgData name="Александр Отченашенко" userId="13e48fd696420ecd" providerId="LiveId" clId="{E3ADD4B8-4A13-4F9F-88EB-F7E8F040839B}" dt="2026-09-28T19:05:42.574" v="594" actId="478"/>
          <ac:spMkLst>
            <pc:docMk/>
            <pc:sldMk cId="540647633" sldId="271"/>
            <ac:spMk id="8" creationId="{0C941A72-EFAF-44F7-BEB7-6AB833109CE0}"/>
          </ac:spMkLst>
        </pc:spChg>
        <pc:spChg chg="del">
          <ac:chgData name="Александр Отченашенко" userId="13e48fd696420ecd" providerId="LiveId" clId="{E3ADD4B8-4A13-4F9F-88EB-F7E8F040839B}" dt="2026-09-28T19:05:42.574" v="594" actId="478"/>
          <ac:spMkLst>
            <pc:docMk/>
            <pc:sldMk cId="540647633" sldId="271"/>
            <ac:spMk id="9" creationId="{0455AC49-3B10-4E7B-8E60-B114266B10E0}"/>
          </ac:spMkLst>
        </pc:spChg>
        <pc:spChg chg="mod">
          <ac:chgData name="Александр Отченашенко" userId="13e48fd696420ecd" providerId="LiveId" clId="{E3ADD4B8-4A13-4F9F-88EB-F7E8F040839B}" dt="2026-09-28T19:19:50.927" v="740"/>
          <ac:spMkLst>
            <pc:docMk/>
            <pc:sldMk cId="540647633" sldId="271"/>
            <ac:spMk id="9" creationId="{0D407801-00EC-6128-5BF9-CA9C71A8A1BF}"/>
          </ac:spMkLst>
        </pc:spChg>
        <pc:spChg chg="del">
          <ac:chgData name="Александр Отченашенко" userId="13e48fd696420ecd" providerId="LiveId" clId="{E3ADD4B8-4A13-4F9F-88EB-F7E8F040839B}" dt="2026-09-28T19:06:27.158" v="614" actId="478"/>
          <ac:spMkLst>
            <pc:docMk/>
            <pc:sldMk cId="540647633" sldId="271"/>
            <ac:spMk id="10" creationId="{BBBC9E7C-9583-4A41-9E75-CEE9530DD864}"/>
          </ac:spMkLst>
        </pc:spChg>
        <pc:spChg chg="del">
          <ac:chgData name="Александр Отченашенко" userId="13e48fd696420ecd" providerId="LiveId" clId="{E3ADD4B8-4A13-4F9F-88EB-F7E8F040839B}" dt="2026-09-28T19:06:27.158" v="614" actId="478"/>
          <ac:spMkLst>
            <pc:docMk/>
            <pc:sldMk cId="540647633" sldId="271"/>
            <ac:spMk id="11" creationId="{BA3A59F4-773A-4619-B45C-1B0EA46D9BB9}"/>
          </ac:spMkLst>
        </pc:spChg>
        <pc:spChg chg="mod">
          <ac:chgData name="Александр Отченашенко" userId="13e48fd696420ecd" providerId="LiveId" clId="{E3ADD4B8-4A13-4F9F-88EB-F7E8F040839B}" dt="2026-09-28T19:06:01.052" v="604" actId="1076"/>
          <ac:spMkLst>
            <pc:docMk/>
            <pc:sldMk cId="540647633" sldId="271"/>
            <ac:spMk id="14" creationId="{CADC314F-9F19-4FEA-97AD-07F26F51B620}"/>
          </ac:spMkLst>
        </pc:spChg>
        <pc:spChg chg="mod">
          <ac:chgData name="Александр Отченашенко" userId="13e48fd696420ecd" providerId="LiveId" clId="{E3ADD4B8-4A13-4F9F-88EB-F7E8F040839B}" dt="2026-09-28T19:06:01.604" v="605" actId="1076"/>
          <ac:spMkLst>
            <pc:docMk/>
            <pc:sldMk cId="540647633" sldId="271"/>
            <ac:spMk id="16" creationId="{A8C3F5C7-7636-41A4-BA80-3491804B8786}"/>
          </ac:spMkLst>
        </pc:spChg>
        <pc:spChg chg="mod">
          <ac:chgData name="Александр Отченашенко" userId="13e48fd696420ecd" providerId="LiveId" clId="{E3ADD4B8-4A13-4F9F-88EB-F7E8F040839B}" dt="2026-09-28T19:06:57.174" v="639" actId="1076"/>
          <ac:spMkLst>
            <pc:docMk/>
            <pc:sldMk cId="540647633" sldId="271"/>
            <ac:spMk id="39" creationId="{8E1F3D1B-B48D-3959-B6E3-253BFA6E30DD}"/>
          </ac:spMkLst>
        </pc:spChg>
        <pc:spChg chg="mod">
          <ac:chgData name="Александр Отченашенко" userId="13e48fd696420ecd" providerId="LiveId" clId="{E3ADD4B8-4A13-4F9F-88EB-F7E8F040839B}" dt="2026-09-28T19:19:50.927" v="740"/>
          <ac:spMkLst>
            <pc:docMk/>
            <pc:sldMk cId="540647633" sldId="271"/>
            <ac:spMk id="40" creationId="{74595632-93AA-1A65-B063-660228E8BBDE}"/>
          </ac:spMkLst>
        </pc:spChg>
        <pc:spChg chg="add del">
          <ac:chgData name="Александр Отченашенко" userId="13e48fd696420ecd" providerId="LiveId" clId="{E3ADD4B8-4A13-4F9F-88EB-F7E8F040839B}" dt="2026-09-28T19:01:42.693" v="589" actId="11529"/>
          <ac:spMkLst>
            <pc:docMk/>
            <pc:sldMk cId="540647633" sldId="271"/>
            <ac:spMk id="43" creationId="{42386218-25AC-3A9B-8147-E5F4AEF43ACE}"/>
          </ac:spMkLst>
        </pc:spChg>
        <pc:spChg chg="add del">
          <ac:chgData name="Александр Отченашенко" userId="13e48fd696420ecd" providerId="LiveId" clId="{E3ADD4B8-4A13-4F9F-88EB-F7E8F040839B}" dt="2026-09-28T19:01:50.420" v="591" actId="11529"/>
          <ac:spMkLst>
            <pc:docMk/>
            <pc:sldMk cId="540647633" sldId="271"/>
            <ac:spMk id="44" creationId="{6F6827D0-145C-FF5E-69DE-6663C32452E7}"/>
          </ac:spMkLst>
        </pc:spChg>
        <pc:spChg chg="mod">
          <ac:chgData name="Александр Отченашенко" userId="13e48fd696420ecd" providerId="LiveId" clId="{E3ADD4B8-4A13-4F9F-88EB-F7E8F040839B}" dt="2026-09-28T19:19:50.927" v="740"/>
          <ac:spMkLst>
            <pc:docMk/>
            <pc:sldMk cId="540647633" sldId="271"/>
            <ac:spMk id="45" creationId="{0CF2F365-1ECA-5D1D-6903-271E36A0094E}"/>
          </ac:spMkLst>
        </pc:spChg>
        <pc:spChg chg="add del mod">
          <ac:chgData name="Александр Отченашенко" userId="13e48fd696420ecd" providerId="LiveId" clId="{E3ADD4B8-4A13-4F9F-88EB-F7E8F040839B}" dt="2026-09-28T19:05:45.282" v="597"/>
          <ac:spMkLst>
            <pc:docMk/>
            <pc:sldMk cId="540647633" sldId="271"/>
            <ac:spMk id="45" creationId="{CB2A9B3A-80F8-D89D-4206-DB6284BCE913}"/>
          </ac:spMkLst>
        </pc:spChg>
        <pc:spChg chg="add del mod">
          <ac:chgData name="Александр Отченашенко" userId="13e48fd696420ecd" providerId="LiveId" clId="{E3ADD4B8-4A13-4F9F-88EB-F7E8F040839B}" dt="2026-09-28T19:05:47.450" v="600"/>
          <ac:spMkLst>
            <pc:docMk/>
            <pc:sldMk cId="540647633" sldId="271"/>
            <ac:spMk id="46" creationId="{55E95F5F-3E6A-DDBD-0AC0-A03DC3350BD9}"/>
          </ac:spMkLst>
        </pc:spChg>
        <pc:spChg chg="mod">
          <ac:chgData name="Александр Отченашенко" userId="13e48fd696420ecd" providerId="LiveId" clId="{E3ADD4B8-4A13-4F9F-88EB-F7E8F040839B}" dt="2026-09-28T19:19:50.927" v="740"/>
          <ac:spMkLst>
            <pc:docMk/>
            <pc:sldMk cId="540647633" sldId="271"/>
            <ac:spMk id="47" creationId="{3A350A71-29BF-8362-9878-A70AE55953E0}"/>
          </ac:spMkLst>
        </pc:spChg>
        <pc:spChg chg="add del mod">
          <ac:chgData name="Александр Отченашенко" userId="13e48fd696420ecd" providerId="LiveId" clId="{E3ADD4B8-4A13-4F9F-88EB-F7E8F040839B}" dt="2026-09-28T19:06:09.520" v="610"/>
          <ac:spMkLst>
            <pc:docMk/>
            <pc:sldMk cId="540647633" sldId="271"/>
            <ac:spMk id="47" creationId="{CA90743C-199F-A75E-9791-667C48CEAE96}"/>
          </ac:spMkLst>
        </pc:spChg>
        <pc:spChg chg="mod">
          <ac:chgData name="Александр Отченашенко" userId="13e48fd696420ecd" providerId="LiveId" clId="{E3ADD4B8-4A13-4F9F-88EB-F7E8F040839B}" dt="2026-09-28T19:19:50.927" v="740"/>
          <ac:spMkLst>
            <pc:docMk/>
            <pc:sldMk cId="540647633" sldId="271"/>
            <ac:spMk id="48" creationId="{5A11D344-4503-E87F-6E39-D7B50685E802}"/>
          </ac:spMkLst>
        </pc:spChg>
        <pc:spChg chg="mod">
          <ac:chgData name="Александр Отченашенко" userId="13e48fd696420ecd" providerId="LiveId" clId="{E3ADD4B8-4A13-4F9F-88EB-F7E8F040839B}" dt="2026-09-28T19:19:50.927" v="740"/>
          <ac:spMkLst>
            <pc:docMk/>
            <pc:sldMk cId="540647633" sldId="271"/>
            <ac:spMk id="49" creationId="{1E7EC060-48C8-2D85-71BD-657CA83B8DB1}"/>
          </ac:spMkLst>
        </pc:spChg>
        <pc:spChg chg="mod">
          <ac:chgData name="Александр Отченашенко" userId="13e48fd696420ecd" providerId="LiveId" clId="{E3ADD4B8-4A13-4F9F-88EB-F7E8F040839B}" dt="2026-09-28T19:19:50.927" v="740"/>
          <ac:spMkLst>
            <pc:docMk/>
            <pc:sldMk cId="540647633" sldId="271"/>
            <ac:spMk id="50" creationId="{7C9530E0-9B24-20C2-A14A-2AD128DDFE5F}"/>
          </ac:spMkLst>
        </pc:spChg>
        <pc:spChg chg="mod">
          <ac:chgData name="Александр Отченашенко" userId="13e48fd696420ecd" providerId="LiveId" clId="{E3ADD4B8-4A13-4F9F-88EB-F7E8F040839B}" dt="2026-09-28T19:19:50.927" v="740"/>
          <ac:spMkLst>
            <pc:docMk/>
            <pc:sldMk cId="540647633" sldId="271"/>
            <ac:spMk id="53" creationId="{9D3E602B-FAED-E83C-10A2-8D5AE45659BF}"/>
          </ac:spMkLst>
        </pc:spChg>
        <pc:grpChg chg="add del mod">
          <ac:chgData name="Александр Отченашенко" userId="13e48fd696420ecd" providerId="LiveId" clId="{E3ADD4B8-4A13-4F9F-88EB-F7E8F040839B}" dt="2026-09-28T19:24:57.886" v="759" actId="478"/>
          <ac:grpSpMkLst>
            <pc:docMk/>
            <pc:sldMk cId="540647633" sldId="271"/>
            <ac:grpSpMk id="4" creationId="{57FB5542-76A1-C12F-C39E-BA9F08857C52}"/>
          </ac:grpSpMkLst>
        </pc:grpChg>
        <pc:grpChg chg="mod">
          <ac:chgData name="Александр Отченашенко" userId="13e48fd696420ecd" providerId="LiveId" clId="{E3ADD4B8-4A13-4F9F-88EB-F7E8F040839B}" dt="2026-09-28T19:25:26.949" v="762" actId="12789"/>
          <ac:grpSpMkLst>
            <pc:docMk/>
            <pc:sldMk cId="540647633" sldId="271"/>
            <ac:grpSpMk id="13" creationId="{6A4EDC46-4F2C-4275-9CDC-2BD481E430A8}"/>
          </ac:grpSpMkLst>
        </pc:grpChg>
        <pc:picChg chg="add del mod">
          <ac:chgData name="Александр Отченашенко" userId="13e48fd696420ecd" providerId="LiveId" clId="{E3ADD4B8-4A13-4F9F-88EB-F7E8F040839B}" dt="2026-09-28T19:19:58.433" v="744" actId="478"/>
          <ac:picMkLst>
            <pc:docMk/>
            <pc:sldMk cId="540647633" sldId="271"/>
            <ac:picMk id="2" creationId="{3818EC18-B25B-D669-BE5D-1A34DB6AAE0F}"/>
          </ac:picMkLst>
        </pc:picChg>
        <pc:picChg chg="del mod">
          <ac:chgData name="Александр Отченашенко" userId="13e48fd696420ecd" providerId="LiveId" clId="{E3ADD4B8-4A13-4F9F-88EB-F7E8F040839B}" dt="2026-09-28T18:56:16.713" v="566" actId="478"/>
          <ac:picMkLst>
            <pc:docMk/>
            <pc:sldMk cId="540647633" sldId="271"/>
            <ac:picMk id="40" creationId="{1B98BC46-30C9-4D17-71D6-DB5F6F1F9F1C}"/>
          </ac:picMkLst>
        </pc:picChg>
        <pc:picChg chg="del">
          <ac:chgData name="Александр Отченашенко" userId="13e48fd696420ecd" providerId="LiveId" clId="{E3ADD4B8-4A13-4F9F-88EB-F7E8F040839B}" dt="2026-09-28T18:55:00.132" v="557" actId="478"/>
          <ac:picMkLst>
            <pc:docMk/>
            <pc:sldMk cId="540647633" sldId="271"/>
            <ac:picMk id="41" creationId="{84B1CCA0-98C0-7634-19CD-EF45ADE2FCDC}"/>
          </ac:picMkLst>
        </pc:picChg>
        <pc:picChg chg="add mod ord">
          <ac:chgData name="Александр Отченашенко" userId="13e48fd696420ecd" providerId="LiveId" clId="{E3ADD4B8-4A13-4F9F-88EB-F7E8F040839B}" dt="2026-09-28T19:25:26.949" v="762" actId="12789"/>
          <ac:picMkLst>
            <pc:docMk/>
            <pc:sldMk cId="540647633" sldId="271"/>
            <ac:picMk id="42" creationId="{E825DEF4-2008-CFF1-6A79-2845DEF292D2}"/>
          </ac:picMkLst>
        </pc:picChg>
        <pc:picChg chg="add del mod">
          <ac:chgData name="Александр Отченашенко" userId="13e48fd696420ecd" providerId="LiveId" clId="{E3ADD4B8-4A13-4F9F-88EB-F7E8F040839B}" dt="2026-09-28T19:24:56.522" v="758" actId="478"/>
          <ac:picMkLst>
            <pc:docMk/>
            <pc:sldMk cId="540647633" sldId="271"/>
            <ac:picMk id="57" creationId="{A8F170B2-F71D-4710-353E-0ACE0C07DB59}"/>
          </ac:picMkLst>
        </pc:picChg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3503772060" sldId="272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379697362" sldId="325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3792051765" sldId="326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3086370394" sldId="327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3222038219" sldId="333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522700729" sldId="338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1228881056" sldId="341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3013015928" sldId="342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223976095" sldId="343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207508182" sldId="344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906501585" sldId="346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4001008951" sldId="355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4223435924" sldId="357"/>
        </pc:sldMkLst>
      </pc:sldChg>
      <pc:sldChg chg="modSp mod">
        <pc:chgData name="Александр Отченашенко" userId="13e48fd696420ecd" providerId="LiveId" clId="{E3ADD4B8-4A13-4F9F-88EB-F7E8F040839B}" dt="2026-09-28T14:55:37.398" v="9" actId="255"/>
        <pc:sldMkLst>
          <pc:docMk/>
          <pc:sldMk cId="922147036" sldId="362"/>
        </pc:sldMkLst>
        <pc:spChg chg="mod">
          <ac:chgData name="Александр Отченашенко" userId="13e48fd696420ecd" providerId="LiveId" clId="{E3ADD4B8-4A13-4F9F-88EB-F7E8F040839B}" dt="2026-09-28T14:55:37.398" v="9" actId="255"/>
          <ac:spMkLst>
            <pc:docMk/>
            <pc:sldMk cId="922147036" sldId="362"/>
            <ac:spMk id="57" creationId="{9398668D-F141-1433-7B1B-1518BC470E30}"/>
          </ac:spMkLst>
        </pc:spChg>
        <pc:spChg chg="mod">
          <ac:chgData name="Александр Отченашенко" userId="13e48fd696420ecd" providerId="LiveId" clId="{E3ADD4B8-4A13-4F9F-88EB-F7E8F040839B}" dt="2026-09-28T13:48:13.051" v="4" actId="20577"/>
          <ac:spMkLst>
            <pc:docMk/>
            <pc:sldMk cId="922147036" sldId="362"/>
            <ac:spMk id="60" creationId="{44C1868D-BA5E-04C0-2882-2494450EF9D6}"/>
          </ac:spMkLst>
        </pc:spChg>
      </pc:sldChg>
      <pc:sldChg chg="modSp mod">
        <pc:chgData name="Александр Отченашенко" userId="13e48fd696420ecd" providerId="LiveId" clId="{E3ADD4B8-4A13-4F9F-88EB-F7E8F040839B}" dt="2026-09-28T18:29:08.835" v="485" actId="20577"/>
        <pc:sldMkLst>
          <pc:docMk/>
          <pc:sldMk cId="2035511140" sldId="364"/>
        </pc:sldMkLst>
        <pc:spChg chg="mod">
          <ac:chgData name="Александр Отченашенко" userId="13e48fd696420ecd" providerId="LiveId" clId="{E3ADD4B8-4A13-4F9F-88EB-F7E8F040839B}" dt="2026-09-28T18:27:32.525" v="450" actId="20577"/>
          <ac:spMkLst>
            <pc:docMk/>
            <pc:sldMk cId="2035511140" sldId="364"/>
            <ac:spMk id="37" creationId="{C7B87D78-5037-F48A-F05C-8E80D4A5A4D0}"/>
          </ac:spMkLst>
        </pc:spChg>
        <pc:spChg chg="mod">
          <ac:chgData name="Александр Отченашенко" userId="13e48fd696420ecd" providerId="LiveId" clId="{E3ADD4B8-4A13-4F9F-88EB-F7E8F040839B}" dt="2026-09-28T18:29:08.835" v="485" actId="20577"/>
          <ac:spMkLst>
            <pc:docMk/>
            <pc:sldMk cId="2035511140" sldId="364"/>
            <ac:spMk id="43" creationId="{819ADE62-86A0-41CF-FEBE-6AC207E6AB95}"/>
          </ac:spMkLst>
        </pc:spChg>
      </pc:sldChg>
      <pc:sldChg chg="modSp mod">
        <pc:chgData name="Александр Отченашенко" userId="13e48fd696420ecd" providerId="LiveId" clId="{E3ADD4B8-4A13-4F9F-88EB-F7E8F040839B}" dt="2026-09-28T18:23:49.045" v="136" actId="20577"/>
        <pc:sldMkLst>
          <pc:docMk/>
          <pc:sldMk cId="3539778944" sldId="366"/>
        </pc:sldMkLst>
        <pc:spChg chg="mod">
          <ac:chgData name="Александр Отченашенко" userId="13e48fd696420ecd" providerId="LiveId" clId="{E3ADD4B8-4A13-4F9F-88EB-F7E8F040839B}" dt="2026-09-28T18:23:49.045" v="136" actId="20577"/>
          <ac:spMkLst>
            <pc:docMk/>
            <pc:sldMk cId="3539778944" sldId="366"/>
            <ac:spMk id="14" creationId="{A66B04C6-E9BA-5BA2-7A5C-84468D491C57}"/>
          </ac:spMkLst>
        </pc:spChg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1986979935" sldId="367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3069493127" sldId="368"/>
        </pc:sldMkLst>
      </pc:sldChg>
      <pc:sldChg chg="modSp mod">
        <pc:chgData name="Александр Отченашенко" userId="13e48fd696420ecd" providerId="LiveId" clId="{E3ADD4B8-4A13-4F9F-88EB-F7E8F040839B}" dt="2026-09-28T18:33:10.606" v="520" actId="20577"/>
        <pc:sldMkLst>
          <pc:docMk/>
          <pc:sldMk cId="1830715374" sldId="369"/>
        </pc:sldMkLst>
        <pc:spChg chg="mod">
          <ac:chgData name="Александр Отченашенко" userId="13e48fd696420ecd" providerId="LiveId" clId="{E3ADD4B8-4A13-4F9F-88EB-F7E8F040839B}" dt="2026-09-28T18:33:10.606" v="520" actId="20577"/>
          <ac:spMkLst>
            <pc:docMk/>
            <pc:sldMk cId="1830715374" sldId="369"/>
            <ac:spMk id="29" creationId="{02AA36D4-0DFA-1A2E-6B29-8BA1BF5F96F3}"/>
          </ac:spMkLst>
        </pc:spChg>
      </pc:sldChg>
      <pc:sldChg chg="modSp">
        <pc:chgData name="Александр Отченашенко" userId="13e48fd696420ecd" providerId="LiveId" clId="{E3ADD4B8-4A13-4F9F-88EB-F7E8F040839B}" dt="2026-09-28T18:47:17.515" v="522" actId="20578"/>
        <pc:sldMkLst>
          <pc:docMk/>
          <pc:sldMk cId="3679793639" sldId="370"/>
        </pc:sldMkLst>
        <pc:spChg chg="mod">
          <ac:chgData name="Александр Отченашенко" userId="13e48fd696420ecd" providerId="LiveId" clId="{E3ADD4B8-4A13-4F9F-88EB-F7E8F040839B}" dt="2026-09-28T18:45:08.589" v="521" actId="20578"/>
          <ac:spMkLst>
            <pc:docMk/>
            <pc:sldMk cId="3679793639" sldId="370"/>
            <ac:spMk id="22" creationId="{00000000-0000-0000-0000-000000000000}"/>
          </ac:spMkLst>
        </pc:spChg>
        <pc:spChg chg="mod">
          <ac:chgData name="Александр Отченашенко" userId="13e48fd696420ecd" providerId="LiveId" clId="{E3ADD4B8-4A13-4F9F-88EB-F7E8F040839B}" dt="2026-09-28T18:47:17.515" v="522" actId="20578"/>
          <ac:spMkLst>
            <pc:docMk/>
            <pc:sldMk cId="3679793639" sldId="370"/>
            <ac:spMk id="24" creationId="{00000000-0000-0000-0000-000000000000}"/>
          </ac:spMkLst>
        </pc:spChg>
      </pc:sldChg>
      <pc:sldChg chg="addSp delSp modSp mod">
        <pc:chgData name="Александр Отченашенко" userId="13e48fd696420ecd" providerId="LiveId" clId="{E3ADD4B8-4A13-4F9F-88EB-F7E8F040839B}" dt="2026-09-28T18:50:19.111" v="547" actId="1076"/>
        <pc:sldMkLst>
          <pc:docMk/>
          <pc:sldMk cId="1739114224" sldId="371"/>
        </pc:sldMkLst>
        <pc:spChg chg="del">
          <ac:chgData name="Александр Отченашенко" userId="13e48fd696420ecd" providerId="LiveId" clId="{E3ADD4B8-4A13-4F9F-88EB-F7E8F040839B}" dt="2026-09-28T18:49:50.822" v="536" actId="478"/>
          <ac:spMkLst>
            <pc:docMk/>
            <pc:sldMk cId="1739114224" sldId="371"/>
            <ac:spMk id="2" creationId="{0B115FEC-D79C-233C-419E-0B0BE3EB4A02}"/>
          </ac:spMkLst>
        </pc:spChg>
        <pc:spChg chg="mod">
          <ac:chgData name="Александр Отченашенко" userId="13e48fd696420ecd" providerId="LiveId" clId="{E3ADD4B8-4A13-4F9F-88EB-F7E8F040839B}" dt="2026-09-28T18:49:39.103" v="533" actId="1076"/>
          <ac:spMkLst>
            <pc:docMk/>
            <pc:sldMk cId="1739114224" sldId="371"/>
            <ac:spMk id="3" creationId="{B2BA7842-46FE-F786-9D85-92BBE62C549A}"/>
          </ac:spMkLst>
        </pc:spChg>
        <pc:spChg chg="mod">
          <ac:chgData name="Александр Отченашенко" userId="13e48fd696420ecd" providerId="LiveId" clId="{E3ADD4B8-4A13-4F9F-88EB-F7E8F040839B}" dt="2026-09-28T18:49:31.287" v="531" actId="1076"/>
          <ac:spMkLst>
            <pc:docMk/>
            <pc:sldMk cId="1739114224" sldId="371"/>
            <ac:spMk id="5" creationId="{6A5C658C-1FD4-CD12-D517-15F6F46CFE3C}"/>
          </ac:spMkLst>
        </pc:spChg>
        <pc:spChg chg="add del mod">
          <ac:chgData name="Александр Отченашенко" userId="13e48fd696420ecd" providerId="LiveId" clId="{E3ADD4B8-4A13-4F9F-88EB-F7E8F040839B}" dt="2026-09-28T18:49:55.365" v="538" actId="478"/>
          <ac:spMkLst>
            <pc:docMk/>
            <pc:sldMk cId="1739114224" sldId="371"/>
            <ac:spMk id="12" creationId="{24F1FDC9-3249-54D7-EC51-7BA0B61AA9F3}"/>
          </ac:spMkLst>
        </pc:spChg>
        <pc:spChg chg="del">
          <ac:chgData name="Александр Отченашенко" userId="13e48fd696420ecd" providerId="LiveId" clId="{E3ADD4B8-4A13-4F9F-88EB-F7E8F040839B}" dt="2026-09-28T18:49:52.528" v="537" actId="478"/>
          <ac:spMkLst>
            <pc:docMk/>
            <pc:sldMk cId="1739114224" sldId="371"/>
            <ac:spMk id="15" creationId="{26BEC078-5087-6080-D7D6-F5A0B438BDE2}"/>
          </ac:spMkLst>
        </pc:spChg>
        <pc:spChg chg="add del mod">
          <ac:chgData name="Александр Отченашенко" userId="13e48fd696420ecd" providerId="LiveId" clId="{E3ADD4B8-4A13-4F9F-88EB-F7E8F040839B}" dt="2026-09-28T18:49:56.981" v="539" actId="478"/>
          <ac:spMkLst>
            <pc:docMk/>
            <pc:sldMk cId="1739114224" sldId="371"/>
            <ac:spMk id="19" creationId="{3CE6F0E9-F70F-E526-65E1-3D7EDB21CE68}"/>
          </ac:spMkLst>
        </pc:spChg>
        <pc:picChg chg="mod">
          <ac:chgData name="Александр Отченашенко" userId="13e48fd696420ecd" providerId="LiveId" clId="{E3ADD4B8-4A13-4F9F-88EB-F7E8F040839B}" dt="2026-09-28T18:50:19.111" v="547" actId="1076"/>
          <ac:picMkLst>
            <pc:docMk/>
            <pc:sldMk cId="1739114224" sldId="371"/>
            <ac:picMk id="28" creationId="{00000000-0000-0000-0000-000000000000}"/>
          </ac:picMkLst>
        </pc:picChg>
        <pc:picChg chg="mod">
          <ac:chgData name="Александр Отченашенко" userId="13e48fd696420ecd" providerId="LiveId" clId="{E3ADD4B8-4A13-4F9F-88EB-F7E8F040839B}" dt="2026-09-28T18:49:28.301" v="530" actId="1076"/>
          <ac:picMkLst>
            <pc:docMk/>
            <pc:sldMk cId="1739114224" sldId="371"/>
            <ac:picMk id="29" creationId="{00000000-0000-0000-0000-000000000000}"/>
          </ac:picMkLst>
        </pc:picChg>
      </pc:sldChg>
      <pc:sldChg chg="modSp mod">
        <pc:chgData name="Александр Отченашенко" userId="13e48fd696420ecd" providerId="LiveId" clId="{E3ADD4B8-4A13-4F9F-88EB-F7E8F040839B}" dt="2026-09-28T19:18:06.639" v="738" actId="20577"/>
        <pc:sldMkLst>
          <pc:docMk/>
          <pc:sldMk cId="3112216425" sldId="374"/>
        </pc:sldMkLst>
        <pc:spChg chg="mod">
          <ac:chgData name="Александр Отченашенко" userId="13e48fd696420ecd" providerId="LiveId" clId="{E3ADD4B8-4A13-4F9F-88EB-F7E8F040839B}" dt="2026-09-28T19:15:17.950" v="729" actId="20577"/>
          <ac:spMkLst>
            <pc:docMk/>
            <pc:sldMk cId="3112216425" sldId="374"/>
            <ac:spMk id="3" creationId="{863156EE-B99A-3E1C-1DFF-C779A3E1B5D8}"/>
          </ac:spMkLst>
        </pc:spChg>
        <pc:spChg chg="mod">
          <ac:chgData name="Александр Отченашенко" userId="13e48fd696420ecd" providerId="LiveId" clId="{E3ADD4B8-4A13-4F9F-88EB-F7E8F040839B}" dt="2026-09-28T19:18:06.639" v="738" actId="20577"/>
          <ac:spMkLst>
            <pc:docMk/>
            <pc:sldMk cId="3112216425" sldId="374"/>
            <ac:spMk id="5" creationId="{9B6AED36-1714-5896-5E97-ECA75EAA24C5}"/>
          </ac:spMkLst>
        </pc:spChg>
      </pc:sldChg>
      <pc:sldChg chg="add del setBg">
        <pc:chgData name="Александр Отченашенко" userId="13e48fd696420ecd" providerId="LiveId" clId="{E3ADD4B8-4A13-4F9F-88EB-F7E8F040839B}" dt="2026-09-28T19:07:52.583" v="641" actId="47"/>
        <pc:sldMkLst>
          <pc:docMk/>
          <pc:sldMk cId="58104675" sldId="378"/>
        </pc:sldMkLst>
      </pc:sldChg>
      <pc:sldChg chg="add del">
        <pc:chgData name="Александр Отченашенко" userId="13e48fd696420ecd" providerId="LiveId" clId="{E3ADD4B8-4A13-4F9F-88EB-F7E8F040839B}" dt="2026-09-28T19:31:15.579" v="764"/>
        <pc:sldMkLst>
          <pc:docMk/>
          <pc:sldMk cId="648015968" sldId="378"/>
        </pc:sldMkLst>
      </pc:sldChg>
      <pc:sldChg chg="del">
        <pc:chgData name="Александр Отченашенко" userId="13e48fd696420ecd" providerId="LiveId" clId="{E3ADD4B8-4A13-4F9F-88EB-F7E8F040839B}" dt="2026-09-28T19:12:14.177" v="646" actId="47"/>
        <pc:sldMkLst>
          <pc:docMk/>
          <pc:sldMk cId="3650449536" sldId="378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478223843" sldId="379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2019566158" sldId="380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422043766" sldId="381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97408206" sldId="382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2195607110" sldId="383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3128579496" sldId="384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335796685" sldId="385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316007156" sldId="386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2251865037" sldId="387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2889840333" sldId="388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3222706848" sldId="389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2605346178" sldId="390"/>
        </pc:sldMkLst>
      </pc:sldChg>
      <pc:sldChg chg="add del setBg">
        <pc:chgData name="Александр Отченашенко" userId="13e48fd696420ecd" providerId="LiveId" clId="{E3ADD4B8-4A13-4F9F-88EB-F7E8F040839B}" dt="2026-09-28T19:31:15.579" v="764"/>
        <pc:sldMkLst>
          <pc:docMk/>
          <pc:sldMk cId="719637981" sldId="391"/>
        </pc:sldMkLst>
      </pc:sldChg>
    </pc:docChg>
  </pc:docChgLst>
  <pc:docChgLst>
    <pc:chgData name="Гость" providerId="Windows Live" clId="Web-{83CF2E42-AEA7-722E-B286-8F9D7788C67B}"/>
    <pc:docChg chg="modSld">
      <pc:chgData name="Гость" userId="" providerId="Windows Live" clId="Web-{83CF2E42-AEA7-722E-B286-8F9D7788C67B}" dt="2026-09-28T16:32:46.345" v="2"/>
      <pc:docMkLst>
        <pc:docMk/>
      </pc:docMkLst>
      <pc:sldChg chg="modSp">
        <pc:chgData name="Гость" userId="" providerId="Windows Live" clId="Web-{83CF2E42-AEA7-722E-B286-8F9D7788C67B}" dt="2026-09-28T16:32:46.345" v="2"/>
        <pc:sldMkLst>
          <pc:docMk/>
          <pc:sldMk cId="922147036" sldId="362"/>
        </pc:sldMkLst>
        <pc:picChg chg="mod modCrop">
          <ac:chgData name="Гость" userId="" providerId="Windows Live" clId="Web-{83CF2E42-AEA7-722E-B286-8F9D7788C67B}" dt="2026-09-28T16:32:46.345" v="2"/>
          <ac:picMkLst>
            <pc:docMk/>
            <pc:sldMk cId="922147036" sldId="362"/>
            <ac:picMk id="5" creationId="{D2646D87-9AD1-1F28-A82B-D36D4162BC17}"/>
          </ac:picMkLst>
        </pc:picChg>
      </pc:sldChg>
    </pc:docChg>
  </pc:docChgLst>
  <pc:docChgLst>
    <pc:chgData name="Guest User" providerId="Windows Live" clId="Web-{00000000-0000-0000-0000-000000000000}"/>
    <pc:docChg chg="addSld delSld modSld modSection">
      <pc:chgData name="Guest User" userId="" providerId="Windows Live" clId="Web-{00000000-0000-0000-0000-000000000000}" dt="2026-09-28T19:10:31.730" v="38"/>
      <pc:docMkLst>
        <pc:docMk/>
      </pc:docMkLst>
      <pc:sldChg chg="addSp delSp modSp">
        <pc:chgData name="Guest User" userId="" providerId="Windows Live" clId="Web-{00000000-0000-0000-0000-000000000000}" dt="2026-09-28T19:10:31.730" v="38"/>
        <pc:sldMkLst>
          <pc:docMk/>
          <pc:sldMk cId="540647633" sldId="271"/>
        </pc:sldMkLst>
        <pc:grpChg chg="mod">
          <ac:chgData name="Guest User" userId="" providerId="Windows Live" clId="Web-{00000000-0000-0000-0000-000000000000}" dt="2026-09-28T19:10:23.605" v="37" actId="1076"/>
          <ac:grpSpMkLst>
            <pc:docMk/>
            <pc:sldMk cId="540647633" sldId="271"/>
            <ac:grpSpMk id="13" creationId="{6A4EDC46-4F2C-4275-9CDC-2BD481E430A8}"/>
          </ac:grpSpMkLst>
        </pc:grpChg>
        <pc:picChg chg="add del mod ord">
          <ac:chgData name="Guest User" userId="" providerId="Windows Live" clId="Web-{00000000-0000-0000-0000-000000000000}" dt="2026-09-28T19:10:15.323" v="32"/>
          <ac:picMkLst>
            <pc:docMk/>
            <pc:sldMk cId="540647633" sldId="271"/>
            <ac:picMk id="2" creationId="{5B7BDCED-AFC4-AD9F-89C1-AF66958B1B31}"/>
          </ac:picMkLst>
        </pc:picChg>
        <pc:picChg chg="mod">
          <ac:chgData name="Guest User" userId="" providerId="Windows Live" clId="Web-{00000000-0000-0000-0000-000000000000}" dt="2026-09-28T19:10:31.730" v="38"/>
          <ac:picMkLst>
            <pc:docMk/>
            <pc:sldMk cId="540647633" sldId="271"/>
            <ac:picMk id="42" creationId="{E825DEF4-2008-CFF1-6A79-2845DEF292D2}"/>
          </ac:picMkLst>
        </pc:picChg>
      </pc:sldChg>
      <pc:sldChg chg="modSp">
        <pc:chgData name="Guest User" userId="" providerId="Windows Live" clId="Web-{00000000-0000-0000-0000-000000000000}" dt="2026-09-28T18:51:52.741" v="14" actId="1076"/>
        <pc:sldMkLst>
          <pc:docMk/>
          <pc:sldMk cId="1739114224" sldId="371"/>
        </pc:sldMkLst>
        <pc:spChg chg="mod">
          <ac:chgData name="Guest User" userId="" providerId="Windows Live" clId="Web-{00000000-0000-0000-0000-000000000000}" dt="2026-09-28T18:51:19.223" v="9" actId="14100"/>
          <ac:spMkLst>
            <pc:docMk/>
            <pc:sldMk cId="1739114224" sldId="371"/>
            <ac:spMk id="5" creationId="{6A5C658C-1FD4-CD12-D517-15F6F46CFE3C}"/>
          </ac:spMkLst>
        </pc:spChg>
        <pc:spChg chg="mod">
          <ac:chgData name="Guest User" userId="" providerId="Windows Live" clId="Web-{00000000-0000-0000-0000-000000000000}" dt="2026-09-28T18:51:13.113" v="7" actId="1076"/>
          <ac:spMkLst>
            <pc:docMk/>
            <pc:sldMk cId="1739114224" sldId="371"/>
            <ac:spMk id="7" creationId="{FADF42A3-53F4-C8E0-2D79-332DAAEB9A8A}"/>
          </ac:spMkLst>
        </pc:spChg>
        <pc:spChg chg="mod">
          <ac:chgData name="Guest User" userId="" providerId="Windows Live" clId="Web-{00000000-0000-0000-0000-000000000000}" dt="2026-09-28T18:51:15.676" v="8" actId="1076"/>
          <ac:spMkLst>
            <pc:docMk/>
            <pc:sldMk cId="1739114224" sldId="371"/>
            <ac:spMk id="9" creationId="{86A6BF68-6470-CE0D-3E5F-0B15EDDCA14B}"/>
          </ac:spMkLst>
        </pc:spChg>
        <pc:picChg chg="mod">
          <ac:chgData name="Guest User" userId="" providerId="Windows Live" clId="Web-{00000000-0000-0000-0000-000000000000}" dt="2026-09-28T18:50:49.268" v="2" actId="1076"/>
          <ac:picMkLst>
            <pc:docMk/>
            <pc:sldMk cId="1739114224" sldId="371"/>
            <ac:picMk id="28" creationId="{00000000-0000-0000-0000-000000000000}"/>
          </ac:picMkLst>
        </pc:picChg>
        <pc:picChg chg="mod">
          <ac:chgData name="Guest User" userId="" providerId="Windows Live" clId="Web-{00000000-0000-0000-0000-000000000000}" dt="2026-09-28T18:51:01.847" v="4" actId="14100"/>
          <ac:picMkLst>
            <pc:docMk/>
            <pc:sldMk cId="1739114224" sldId="371"/>
            <ac:picMk id="29" creationId="{00000000-0000-0000-0000-000000000000}"/>
          </ac:picMkLst>
        </pc:picChg>
        <pc:picChg chg="mod">
          <ac:chgData name="Guest User" userId="" providerId="Windows Live" clId="Web-{00000000-0000-0000-0000-000000000000}" dt="2026-09-28T18:51:52.741" v="14" actId="1076"/>
          <ac:picMkLst>
            <pc:docMk/>
            <pc:sldMk cId="1739114224" sldId="371"/>
            <ac:picMk id="30" creationId="{00000000-0000-0000-0000-000000000000}"/>
          </ac:picMkLst>
        </pc:picChg>
        <pc:picChg chg="mod">
          <ac:chgData name="Guest User" userId="" providerId="Windows Live" clId="Web-{00000000-0000-0000-0000-000000000000}" dt="2026-09-28T18:51:33.552" v="13" actId="14100"/>
          <ac:picMkLst>
            <pc:docMk/>
            <pc:sldMk cId="1739114224" sldId="371"/>
            <ac:picMk id="31" creationId="{00000000-0000-0000-0000-000000000000}"/>
          </ac:picMkLst>
        </pc:picChg>
      </pc:sldChg>
      <pc:sldChg chg="addSp delSp modSp add del replId addAnim delAnim">
        <pc:chgData name="Guest User" userId="" providerId="Windows Live" clId="Web-{00000000-0000-0000-0000-000000000000}" dt="2026-09-28T19:10:19.620" v="36"/>
        <pc:sldMkLst>
          <pc:docMk/>
          <pc:sldMk cId="3650449536" sldId="378"/>
        </pc:sldMkLst>
        <pc:grpChg chg="add del mod">
          <ac:chgData name="Guest User" userId="" providerId="Windows Live" clId="Web-{00000000-0000-0000-0000-000000000000}" dt="2026-09-28T19:10:19.042" v="35" actId="1076"/>
          <ac:grpSpMkLst>
            <pc:docMk/>
            <pc:sldMk cId="3650449536" sldId="378"/>
            <ac:grpSpMk id="13" creationId="{4EA9703E-D9AC-7EBD-A49C-4F076AB0AACC}"/>
          </ac:grpSpMkLst>
        </pc:grpChg>
        <pc:picChg chg="add del">
          <ac:chgData name="Guest User" userId="" providerId="Windows Live" clId="Web-{00000000-0000-0000-0000-000000000000}" dt="2026-09-28T19:10:18.386" v="33"/>
          <ac:picMkLst>
            <pc:docMk/>
            <pc:sldMk cId="3650449536" sldId="378"/>
            <ac:picMk id="42" creationId="{CAD138D9-E9DE-9BED-44BC-ED186A16C39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top-1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9C3EA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rgbClr val="8A83D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rgbClr val="520978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rgbClr val="FF005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SigLIP 2, косинус</c:v>
                </c:pt>
                <c:pt idx="1">
                  <c:v>Каскад + DINOv3 + OCR</c:v>
                </c:pt>
                <c:pt idx="2">
                  <c:v>LoRA-каскад, стенд</c:v>
                </c:pt>
                <c:pt idx="3">
                  <c:v>LoRA-каскад в сервисе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0.748</c:v>
                </c:pt>
                <c:pt idx="1">
                  <c:v>0.75600000000000001</c:v>
                </c:pt>
                <c:pt idx="2">
                  <c:v>0.85</c:v>
                </c:pt>
                <c:pt idx="3">
                  <c:v>0.874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ru-RU"/>
          </a:p>
        </c:txPr>
        <c:crossAx val="1688540351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500">
          <a:solidFill>
            <a:schemeClr val="tx1"/>
          </a:solidFill>
        </a:defRPr>
      </a:pPr>
      <a:endParaRPr lang="ru-RU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/>
              <a:t>Роль в команде</a:t>
            </a:r>
          </a:p>
          <a:p>
            <a:pPr lvl="0"/>
            <a:r>
              <a:rPr lang="en-US"/>
              <a:t>Telegram</a:t>
            </a:r>
          </a:p>
          <a:p>
            <a:pPr lvl="0"/>
            <a:r>
              <a:rPr lang="ru-RU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/>
              <a:t>Роль в команде</a:t>
            </a:r>
          </a:p>
          <a:p>
            <a:pPr lvl="0"/>
            <a:r>
              <a:rPr lang="en-US"/>
              <a:t>Telegram</a:t>
            </a:r>
          </a:p>
          <a:p>
            <a:pPr lvl="0"/>
            <a:r>
              <a:rPr lang="ru-RU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/>
              <a:t>Роль в команде</a:t>
            </a:r>
          </a:p>
          <a:p>
            <a:pPr lvl="0"/>
            <a:r>
              <a:rPr lang="en-US"/>
              <a:t>Telegram</a:t>
            </a:r>
          </a:p>
          <a:p>
            <a:pPr lvl="0"/>
            <a:r>
              <a:rPr lang="ru-RU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/>
              <a:t>Роль в команде</a:t>
            </a:r>
          </a:p>
          <a:p>
            <a:pPr lvl="0"/>
            <a:r>
              <a:rPr lang="en-US"/>
              <a:t>Telegram</a:t>
            </a:r>
          </a:p>
          <a:p>
            <a:pPr lvl="0"/>
            <a:r>
              <a:rPr lang="ru-RU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/>
              <a:t>Роль в команде</a:t>
            </a:r>
          </a:p>
          <a:p>
            <a:pPr lvl="0"/>
            <a:r>
              <a:rPr lang="en-US"/>
              <a:t>Telegram</a:t>
            </a:r>
          </a:p>
          <a:p>
            <a:pPr lvl="0"/>
            <a:r>
              <a:rPr lang="ru-RU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/>
              <a:t>НЕКТАРУМ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9714368" cy="757174"/>
          </a:xfrm>
        </p:spPr>
        <p:txBody>
          <a:bodyPr anchor="ctr"/>
          <a:lstStyle/>
          <a:p>
            <a:pPr indent="267970"/>
            <a:r>
              <a:rPr lang="ru-RU"/>
              <a:t>Задача №10 Сканер российских вин с описанием на платформе Свое Вино</a:t>
            </a:r>
            <a:endParaRPr lang="en-US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7" name="Image 21" descr=" ">
            <a:extLst>
              <a:ext uri="{FF2B5EF4-FFF2-40B4-BE49-F238E27FC236}">
                <a16:creationId xmlns:a16="http://schemas.microsoft.com/office/drawing/2014/main" id="{B537FEE7-8C21-9B82-56D0-879BBAF2E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07" y="441325"/>
            <a:ext cx="4293032" cy="81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D26AF70-E465-2DEF-3BA1-BCFE18E69B6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3472" b="31734"/>
          <a:stretch>
            <a:fillRect/>
          </a:stretch>
        </p:blipFill>
        <p:spPr>
          <a:xfrm>
            <a:off x="769740" y="0"/>
            <a:ext cx="4541487" cy="3207828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500" dirty="0">
                <a:solidFill>
                  <a:srgbClr val="1C1D22"/>
                </a:solidFill>
              </a:rPr>
              <a:t>Дообученная (</a:t>
            </a:r>
            <a:r>
              <a:rPr lang="ru-RU" sz="1500" dirty="0" err="1">
                <a:solidFill>
                  <a:srgbClr val="1C1D22"/>
                </a:solidFill>
              </a:rPr>
              <a:t>LoRA</a:t>
            </a:r>
            <a:r>
              <a:rPr lang="ru-RU" sz="1500" dirty="0">
                <a:solidFill>
                  <a:srgbClr val="1C1D22"/>
                </a:solidFill>
              </a:rPr>
              <a:t>) </a:t>
            </a:r>
            <a:r>
              <a:rPr lang="ru-RU" sz="1500" dirty="0" err="1">
                <a:solidFill>
                  <a:srgbClr val="1C1D22"/>
                </a:solidFill>
              </a:rPr>
              <a:t>SigLIP</a:t>
            </a:r>
            <a:r>
              <a:rPr lang="ru-RU" sz="1500" dirty="0">
                <a:solidFill>
                  <a:srgbClr val="1C1D22"/>
                </a:solidFill>
              </a:rPr>
              <a:t> 2 + геометрическая проверка </a:t>
            </a:r>
            <a:r>
              <a:rPr lang="ru-RU" sz="1500" dirty="0" err="1">
                <a:solidFill>
                  <a:srgbClr val="1C1D22"/>
                </a:solidFill>
              </a:rPr>
              <a:t>LightGlue</a:t>
            </a:r>
            <a:r>
              <a:rPr lang="ru-RU" sz="1500" dirty="0">
                <a:solidFill>
                  <a:srgbClr val="1C1D22"/>
                </a:solidFill>
              </a:rPr>
              <a:t>. На реальных фото с полок top-1 87 %, top-5 97 %.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 dirty="0">
                <a:solidFill>
                  <a:schemeClr val="tx1"/>
                </a:solidFill>
              </a:rPr>
              <a:t>Капитан: </a:t>
            </a:r>
            <a:r>
              <a:rPr lang="ru-RU" sz="1500" dirty="0">
                <a:solidFill>
                  <a:schemeClr val="tx1"/>
                </a:solidFill>
              </a:rPr>
              <a:t>Отченашенко Александр Иванович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 dirty="0">
                <a:solidFill>
                  <a:schemeClr val="tx1"/>
                </a:solidFill>
              </a:rPr>
              <a:t>Кол-во участников: </a:t>
            </a:r>
            <a:r>
              <a:rPr lang="ru-RU" sz="1500" dirty="0">
                <a:solidFill>
                  <a:schemeClr val="tx1"/>
                </a:solidFill>
              </a:rPr>
              <a:t>3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 dirty="0">
                <a:solidFill>
                  <a:schemeClr val="tx1"/>
                </a:solidFill>
              </a:rPr>
              <a:t>Краткое описание: </a:t>
            </a:r>
            <a:r>
              <a:rPr lang="ru-RU" sz="1500" dirty="0">
                <a:solidFill>
                  <a:schemeClr val="tx1"/>
                </a:solidFill>
              </a:rPr>
              <a:t>познакомились в Самаре на форуме Я-Профессионал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 dirty="0">
                <a:solidFill>
                  <a:schemeClr val="tx1"/>
                </a:solidFill>
              </a:rPr>
              <a:t>Город и регион: </a:t>
            </a:r>
            <a:r>
              <a:rPr lang="ru-RU" sz="1500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>
                <a:solidFill>
                  <a:schemeClr val="accent5"/>
                </a:solidFill>
                <a:latin typeface="+mn-lt"/>
              </a:rPr>
              <a:t>НЕКТАРУМ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500" dirty="0">
                <a:solidFill>
                  <a:srgbClr val="1C1D22"/>
                </a:solidFill>
              </a:rPr>
              <a:t>Снимаешь бутылку и через полсекунды видишь карточку вина из каталога «Своё Вино». На фото с магазинных полок нужное вино стоит первым в </a:t>
            </a:r>
            <a:r>
              <a:rPr lang="ru-RU" sz="1500" b="1" dirty="0">
                <a:solidFill>
                  <a:srgbClr val="1C1D22"/>
                </a:solidFill>
              </a:rPr>
              <a:t>87 %</a:t>
            </a:r>
            <a:r>
              <a:rPr lang="ru-RU" sz="1500" dirty="0">
                <a:solidFill>
                  <a:srgbClr val="1C1D22"/>
                </a:solidFill>
              </a:rPr>
              <a:t> случаев.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474274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4869306" y="4250028"/>
            <a:ext cx="2011680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chemeClr val="tx1"/>
                </a:solidFill>
              </a:rPr>
              <a:t>Фулстек</a:t>
            </a:r>
            <a:r>
              <a:rPr lang="ru-RU" sz="1500" dirty="0">
                <a:solidFill>
                  <a:schemeClr val="tx1"/>
                </a:solidFill>
              </a:rPr>
              <a:t>-разработка</a:t>
            </a:r>
            <a:endParaRPr lang="en-US" sz="15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@cyb3rhack3r</a:t>
            </a:r>
            <a:endParaRPr lang="ru-RU" sz="15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491502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>
                <a:solidFill>
                  <a:schemeClr val="accent5"/>
                </a:solidFill>
              </a:rPr>
              <a:t>Илья Афоничев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7048060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7174624" y="4250028"/>
            <a:ext cx="2011680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500">
                <a:solidFill>
                  <a:schemeClr val="tx1"/>
                </a:solidFill>
              </a:rPr>
              <a:t>ML-инженер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@prvchdl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7220343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>
                <a:solidFill>
                  <a:schemeClr val="accent5"/>
                </a:solidFill>
              </a:rPr>
              <a:t>Константин Мартынов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243742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E40172-DA54-A794-6997-CBD38BBF701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1" b="4931"/>
          <a:stretch>
            <a:fillRect/>
          </a:stretch>
        </p:blipFill>
        <p:spPr>
          <a:xfrm>
            <a:off x="2673350" y="1816100"/>
            <a:ext cx="1722438" cy="15525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646D87-9AD1-1F28-A82B-D36D4162BC17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1533" b="31034"/>
          <a:stretch>
            <a:fillRect/>
          </a:stretch>
        </p:blipFill>
        <p:spPr>
          <a:xfrm>
            <a:off x="4978400" y="1827213"/>
            <a:ext cx="1722438" cy="1542631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CC32F3-C246-46FD-7E60-95B435CC6C04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22500" b="22500"/>
          <a:stretch/>
        </p:blipFill>
        <p:spPr>
          <a:xfrm>
            <a:off x="7283450" y="1809750"/>
            <a:ext cx="1722438" cy="1558925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>
                <a:latin typeface="+mn-lt"/>
              </a:rPr>
              <a:t>НЕКТАРУМ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563988" y="4250028"/>
            <a:ext cx="2011680" cy="1624612"/>
          </a:xfrm>
        </p:spPr>
        <p:txBody>
          <a:bodyPr>
            <a:no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500">
                <a:solidFill>
                  <a:schemeClr val="tx1"/>
                </a:solidFill>
              </a:rPr>
              <a:t>Капитан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@by_alot</a:t>
            </a:r>
            <a:endParaRPr lang="ru-RU" sz="120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500">
                <a:solidFill>
                  <a:schemeClr val="tx1"/>
                </a:solidFill>
              </a:rPr>
              <a:t>+7 950 753-80-02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500">
                <a:solidFill>
                  <a:schemeClr val="tx1"/>
                </a:solidFill>
              </a:rPr>
              <a:t>НИЯУ МИФИ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260970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>
                <a:solidFill>
                  <a:schemeClr val="accent5"/>
                </a:solidFill>
              </a:rPr>
              <a:t>Александр Отченашенко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27432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>
                <a:solidFill>
                  <a:srgbClr val="FFFFFF"/>
                </a:solidFill>
              </a:rPr>
              <a:t>О КОМАНДЕ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10332720" cy="9342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500" cap="none" dirty="0">
                <a:solidFill>
                  <a:schemeClr val="tx1"/>
                </a:solidFill>
              </a:rPr>
              <a:t>Участвуем в хакатонах ЛЦТ с 2023 года. Делали детектор вооруженных людей, детектор БПЛА, распознавание заболеваний по КТ. Параллельно развиваем свой стартап, умный </a:t>
            </a:r>
            <a:r>
              <a:rPr lang="ru-RU" sz="1500" cap="none" dirty="0" err="1">
                <a:solidFill>
                  <a:schemeClr val="tx1"/>
                </a:solidFill>
              </a:rPr>
              <a:t>дерматоскоп</a:t>
            </a:r>
            <a:r>
              <a:rPr lang="ru-RU" sz="1500" dirty="0">
                <a:solidFill>
                  <a:schemeClr val="tx1"/>
                </a:solidFill>
              </a:rPr>
              <a:t> с искусственным интеллектом</a:t>
            </a:r>
            <a:endParaRPr lang="ru-RU" sz="1500" cap="none" dirty="0">
              <a:solidFill>
                <a:schemeClr val="tx1"/>
              </a:solidFill>
            </a:endParaRP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10058400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1033272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500" b="1" dirty="0">
                <a:solidFill>
                  <a:srgbClr val="1C1D22"/>
                </a:solidFill>
              </a:rPr>
              <a:t>Синтетика обманывала: </a:t>
            </a:r>
            <a:r>
              <a:rPr lang="ru-RU" sz="1500" dirty="0">
                <a:solidFill>
                  <a:srgbClr val="1C1D22"/>
                </a:solidFill>
              </a:rPr>
              <a:t>приросты и пороги, подобранные на синтетических наборах, на живых фото не повторялись. Сняли 267 фото на полках магазина, 240 разметили руками.</a:t>
            </a:r>
          </a:p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500" b="1" dirty="0">
                <a:solidFill>
                  <a:srgbClr val="1C1D22"/>
                </a:solidFill>
              </a:rPr>
              <a:t>Порог «не найдено» резал top-1 вдвое </a:t>
            </a:r>
            <a:r>
              <a:rPr lang="ru-RU" sz="1500" dirty="0">
                <a:solidFill>
                  <a:srgbClr val="1C1D22"/>
                </a:solidFill>
              </a:rPr>
              <a:t>(0.765 → 0.353). Поэтому в приёмке всегда отдаём лучшего кандидата, а отказ показываем только в интерфейсе.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1033272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 cap="none" dirty="0">
                <a:solidFill>
                  <a:schemeClr val="tx1"/>
                </a:solidFill>
              </a:rPr>
              <a:t>Точность измеряет скрипт на закрытых фото, результат виден в цифрах. Плюс есть реальный продукт, куда можно выйти пилотом: «Своё Вино»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sz="1600"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sz="1600"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sz="1600"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Autofit/>
          </a:bodyPr>
          <a:lstStyle/>
          <a:p>
            <a:pPr marL="171450" indent="-17145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Каскад: кроп бутылки YOLO → </a:t>
            </a:r>
            <a:r>
              <a:rPr lang="ru-RU" sz="1500" dirty="0" err="1">
                <a:solidFill>
                  <a:srgbClr val="1C1D22"/>
                </a:solidFill>
              </a:rPr>
              <a:t>эмбеддинг</a:t>
            </a:r>
            <a:r>
              <a:rPr lang="ru-RU" sz="1500" dirty="0">
                <a:solidFill>
                  <a:srgbClr val="1C1D22"/>
                </a:solidFill>
              </a:rPr>
              <a:t> дообученной </a:t>
            </a:r>
            <a:r>
              <a:rPr lang="ru-RU" sz="1500" dirty="0" err="1">
                <a:solidFill>
                  <a:srgbClr val="1C1D22"/>
                </a:solidFill>
              </a:rPr>
              <a:t>SigLIP</a:t>
            </a:r>
            <a:r>
              <a:rPr lang="ru-RU" sz="1500" dirty="0">
                <a:solidFill>
                  <a:srgbClr val="1C1D22"/>
                </a:solidFill>
              </a:rPr>
              <a:t> 2 → поиск по эталонам → </a:t>
            </a:r>
            <a:r>
              <a:rPr lang="ru-RU" sz="1500" dirty="0" err="1">
                <a:solidFill>
                  <a:srgbClr val="1C1D22"/>
                </a:solidFill>
              </a:rPr>
              <a:t>переранжирование</a:t>
            </a:r>
            <a:r>
              <a:rPr lang="ru-RU" sz="1500" dirty="0">
                <a:solidFill>
                  <a:srgbClr val="1C1D22"/>
                </a:solidFill>
              </a:rPr>
              <a:t> геометрией </a:t>
            </a:r>
            <a:r>
              <a:rPr lang="ru-RU" sz="1500" dirty="0" err="1">
                <a:solidFill>
                  <a:srgbClr val="1C1D22"/>
                </a:solidFill>
              </a:rPr>
              <a:t>LightGlue</a:t>
            </a:r>
            <a:endParaRPr lang="ru-RU" sz="1500" dirty="0">
              <a:solidFill>
                <a:srgbClr val="1C1D22"/>
              </a:solidFill>
            </a:endParaRPr>
          </a:p>
          <a:p>
            <a:pPr marL="171450" indent="-17145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top-1 </a:t>
            </a:r>
            <a:r>
              <a:rPr lang="ru-RU" sz="1500" b="1" dirty="0">
                <a:solidFill>
                  <a:srgbClr val="1C1D22"/>
                </a:solidFill>
              </a:rPr>
              <a:t>0.874</a:t>
            </a:r>
            <a:r>
              <a:rPr lang="ru-RU" sz="1500" dirty="0">
                <a:solidFill>
                  <a:srgbClr val="1C1D22"/>
                </a:solidFill>
              </a:rPr>
              <a:t>, top-5 </a:t>
            </a:r>
            <a:r>
              <a:rPr lang="ru-RU" sz="1500" b="1" dirty="0">
                <a:solidFill>
                  <a:srgbClr val="1C1D22"/>
                </a:solidFill>
              </a:rPr>
              <a:t>0.969</a:t>
            </a:r>
            <a:r>
              <a:rPr lang="ru-RU" sz="1500" dirty="0">
                <a:solidFill>
                  <a:srgbClr val="1C1D22"/>
                </a:solidFill>
              </a:rPr>
              <a:t> на реальных фото с полок, ответ </a:t>
            </a:r>
            <a:r>
              <a:rPr lang="ru-RU" sz="1500" b="1" dirty="0">
                <a:solidFill>
                  <a:srgbClr val="1C1D22"/>
                </a:solidFill>
              </a:rPr>
              <a:t>~0.5 с</a:t>
            </a:r>
          </a:p>
          <a:p>
            <a:pPr marL="171450" indent="-17145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Распознавание вынесено в </a:t>
            </a:r>
            <a:r>
              <a:rPr lang="ru-RU" sz="1500" b="1" dirty="0">
                <a:solidFill>
                  <a:srgbClr val="1C1D22"/>
                </a:solidFill>
              </a:rPr>
              <a:t>отдельный</a:t>
            </a:r>
            <a:r>
              <a:rPr lang="ru-RU" sz="1500" dirty="0">
                <a:solidFill>
                  <a:srgbClr val="1C1D22"/>
                </a:solidFill>
              </a:rPr>
              <a:t> GPU-сервис. Если он упадёт, API ответит заглушкой и интерфейс продолжит работать</a:t>
            </a:r>
          </a:p>
          <a:p>
            <a:pPr marL="171450" indent="-17145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Под нагрузку ставим копии GPU-сервиса за балансировщиком; API, интерфейс и каталог не меняются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Autofit/>
          </a:bodyPr>
          <a:lstStyle/>
          <a:p>
            <a:pPr marL="171450" indent="-17145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Навёл камеру на бутылку в магазине и </a:t>
            </a:r>
            <a:r>
              <a:rPr lang="ru-RU" sz="1500" b="1" dirty="0">
                <a:solidFill>
                  <a:srgbClr val="1C1D22"/>
                </a:solidFill>
              </a:rPr>
              <a:t>сразу</a:t>
            </a:r>
            <a:r>
              <a:rPr lang="ru-RU" sz="1500" dirty="0">
                <a:solidFill>
                  <a:srgbClr val="1C1D22"/>
                </a:solidFill>
              </a:rPr>
              <a:t> получил одну карточку вина вместо экрана с 10 вариантами</a:t>
            </a:r>
          </a:p>
          <a:p>
            <a:pPr marL="171450" indent="-17145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Цифровой сомелье: уточняет повод и подбирает аналоги других российских виноделен</a:t>
            </a:r>
          </a:p>
          <a:p>
            <a:pPr marL="171450" indent="-17145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Удерживаем </a:t>
            </a:r>
            <a:r>
              <a:rPr lang="ru-RU" sz="1500" b="1" dirty="0">
                <a:solidFill>
                  <a:srgbClr val="1C1D22"/>
                </a:solidFill>
              </a:rPr>
              <a:t>знаниями</a:t>
            </a:r>
            <a:r>
              <a:rPr lang="ru-RU" sz="1500" dirty="0">
                <a:solidFill>
                  <a:srgbClr val="1C1D22"/>
                </a:solidFill>
              </a:rPr>
              <a:t> в рамках 171-ФЗ: уроки, тест дня, карта виноделен, достижения за открытия</a:t>
            </a:r>
          </a:p>
          <a:p>
            <a:pPr marL="171450" indent="-171450">
              <a:spcBef>
                <a:spcPts val="0"/>
              </a:spcBef>
              <a:spcAft>
                <a:spcPts val="12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Один бандл на браузер и мини-приложение в </a:t>
            </a:r>
            <a:r>
              <a:rPr lang="ru-RU" sz="1500" b="1" dirty="0">
                <a:solidFill>
                  <a:srgbClr val="1C1D22"/>
                </a:solidFill>
              </a:rPr>
              <a:t>MAX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>
                <a:solidFill>
                  <a:srgbClr val="520978"/>
                </a:solidFill>
              </a:rPr>
              <a:t>Продуктовая суть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>
            <a:noAutofit/>
          </a:bodyPr>
          <a:lstStyle/>
          <a:p>
            <a:pPr marL="171450" indent="-171450">
              <a:spcBef>
                <a:spcPts val="0"/>
              </a:spcBef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b="1" dirty="0">
                <a:solidFill>
                  <a:srgbClr val="1C1D22"/>
                </a:solidFill>
              </a:rPr>
              <a:t>Каталог «Своё Вино»: </a:t>
            </a:r>
            <a:r>
              <a:rPr lang="ru-RU" sz="1500" dirty="0">
                <a:solidFill>
                  <a:srgbClr val="1C1D22"/>
                </a:solidFill>
              </a:rPr>
              <a:t>по одному эталонному фото на вино, из них собран индекс поиска</a:t>
            </a:r>
          </a:p>
          <a:p>
            <a:pPr marL="171450" indent="-171450">
              <a:spcBef>
                <a:spcPts val="0"/>
              </a:spcBef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b="1" dirty="0">
                <a:solidFill>
                  <a:srgbClr val="1C1D22"/>
                </a:solidFill>
              </a:rPr>
              <a:t>Выгрузка </a:t>
            </a:r>
            <a:r>
              <a:rPr lang="ru-RU" sz="1500" b="1" dirty="0" err="1">
                <a:solidFill>
                  <a:srgbClr val="1C1D22"/>
                </a:solidFill>
              </a:rPr>
              <a:t>Strapi</a:t>
            </a:r>
            <a:r>
              <a:rPr lang="ru-RU" sz="1500" b="1" dirty="0">
                <a:solidFill>
                  <a:srgbClr val="1C1D22"/>
                </a:solidFill>
              </a:rPr>
              <a:t>: </a:t>
            </a:r>
            <a:r>
              <a:rPr lang="ru-RU" sz="1500" dirty="0">
                <a:solidFill>
                  <a:srgbClr val="1C1D22"/>
                </a:solidFill>
              </a:rPr>
              <a:t>2103 </a:t>
            </a:r>
            <a:r>
              <a:rPr lang="ru-RU" sz="1500" dirty="0" err="1">
                <a:solidFill>
                  <a:srgbClr val="1C1D22"/>
                </a:solidFill>
              </a:rPr>
              <a:t>slug</a:t>
            </a:r>
            <a:r>
              <a:rPr lang="ru-RU" sz="1500" dirty="0">
                <a:solidFill>
                  <a:srgbClr val="1C1D22"/>
                </a:solidFill>
              </a:rPr>
              <a:t>, 15 803 медиафайла. Имена файлов не совпали с CSV ни разу из 2090, транслитерацией связали ~94 %</a:t>
            </a:r>
          </a:p>
          <a:p>
            <a:pPr marL="171450" indent="-171450">
              <a:spcBef>
                <a:spcPts val="0"/>
              </a:spcBef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b="1" dirty="0">
                <a:solidFill>
                  <a:srgbClr val="1C1D22"/>
                </a:solidFill>
              </a:rPr>
              <a:t>Приёмка: </a:t>
            </a:r>
            <a:r>
              <a:rPr lang="ru-RU" sz="1500" dirty="0">
                <a:solidFill>
                  <a:srgbClr val="1C1D22"/>
                </a:solidFill>
              </a:rPr>
              <a:t>официальный скрипт организаторов и 3 контрольных фото</a:t>
            </a:r>
          </a:p>
          <a:p>
            <a:pPr marL="171450" indent="-171450">
              <a:spcBef>
                <a:spcPts val="0"/>
              </a:spcBef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b="1" dirty="0">
                <a:solidFill>
                  <a:srgbClr val="1C1D22"/>
                </a:solidFill>
              </a:rPr>
              <a:t>Синтетика synth-400 / </a:t>
            </a:r>
            <a:r>
              <a:rPr lang="ru-RU" sz="1500" b="1" dirty="0" err="1">
                <a:solidFill>
                  <a:srgbClr val="1C1D22"/>
                </a:solidFill>
              </a:rPr>
              <a:t>synth-hard</a:t>
            </a:r>
            <a:r>
              <a:rPr lang="ru-RU" sz="1500" b="1" dirty="0">
                <a:solidFill>
                  <a:srgbClr val="1C1D22"/>
                </a:solidFill>
              </a:rPr>
              <a:t>: </a:t>
            </a:r>
            <a:r>
              <a:rPr lang="ru-RU" sz="1500" dirty="0">
                <a:solidFill>
                  <a:srgbClr val="1C1D22"/>
                </a:solidFill>
              </a:rPr>
              <a:t>на ней быстро перебирали модели и пороги</a:t>
            </a:r>
          </a:p>
          <a:p>
            <a:pPr marL="171450" indent="-171450">
              <a:spcBef>
                <a:spcPts val="0"/>
              </a:spcBef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b="1" dirty="0">
                <a:solidFill>
                  <a:srgbClr val="1C1D22"/>
                </a:solidFill>
              </a:rPr>
              <a:t>Полевой набор </a:t>
            </a:r>
            <a:r>
              <a:rPr lang="ru-RU" sz="1500" b="1" dirty="0" err="1">
                <a:solidFill>
                  <a:srgbClr val="1C1D22"/>
                </a:solidFill>
              </a:rPr>
              <a:t>real-shelf</a:t>
            </a:r>
            <a:r>
              <a:rPr lang="ru-RU" sz="1500" b="1" dirty="0">
                <a:solidFill>
                  <a:srgbClr val="1C1D22"/>
                </a:solidFill>
              </a:rPr>
              <a:t>: </a:t>
            </a:r>
            <a:r>
              <a:rPr lang="ru-RU" sz="1500" dirty="0">
                <a:solidFill>
                  <a:srgbClr val="1C1D22"/>
                </a:solidFill>
              </a:rPr>
              <a:t>267 снимков с полок магазина, 240 размечены вручную; из каталога только 127 вин (103 уникальных)</a:t>
            </a:r>
          </a:p>
          <a:p>
            <a:pPr marL="171450" indent="-171450">
              <a:spcBef>
                <a:spcPts val="0"/>
              </a:spcBef>
              <a:spcAft>
                <a:spcPts val="9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b="1" dirty="0">
                <a:solidFill>
                  <a:srgbClr val="1C1D22"/>
                </a:solidFill>
              </a:rPr>
              <a:t>Железо: </a:t>
            </a:r>
            <a:r>
              <a:rPr lang="ru-RU" sz="1500" dirty="0">
                <a:solidFill>
                  <a:srgbClr val="1C1D22"/>
                </a:solidFill>
              </a:rPr>
              <a:t>NVIDIA RTX A6000 48 ГБ, на ней и обучали, и крутим прод; каскад занимает 1.8 ГБ VRAM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2000">
                <a:solidFill>
                  <a:schemeClr val="accent5"/>
                </a:solidFill>
              </a:rPr>
              <a:t>ИСХОДНЫЕ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7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lang="ru-RU" sz="3600">
                <a:solidFill>
                  <a:schemeClr val="bg1"/>
                </a:solidFill>
              </a:rPr>
              <a:t>ЭКСПЕРИМЕНТЫ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063156"/>
              </p:ext>
            </p:extLst>
          </p:nvPr>
        </p:nvGraphicFramePr>
        <p:xfrm>
          <a:off x="566928" y="1481328"/>
          <a:ext cx="11064240" cy="3931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FFFFFF"/>
                          </a:solidFill>
                        </a:rPr>
                        <a:t>Гипотеза</a:t>
                      </a:r>
                    </a:p>
                  </a:txBody>
                  <a:tcPr marT="27432" marB="27432" anchor="ctr"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FFFFFF"/>
                          </a:solidFill>
                        </a:rPr>
                        <a:t>Что показал замер</a:t>
                      </a:r>
                    </a:p>
                  </a:txBody>
                  <a:tcPr marT="27432" marB="27432" anchor="ctr"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FFFFFF"/>
                          </a:solidFill>
                        </a:rPr>
                        <a:t>Решение</a:t>
                      </a:r>
                    </a:p>
                  </a:txBody>
                  <a:tcPr marT="27432" marB="27432" anchor="ctr">
                    <a:solidFill>
                      <a:srgbClr val="520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1C1D22"/>
                          </a:solidFill>
                        </a:rPr>
                        <a:t>SigLIP 2, поиск по косинусу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>
                          <a:solidFill>
                            <a:srgbClr val="1C1D22"/>
                          </a:solidFill>
                        </a:rPr>
                        <a:t>база: top-1 0.748 на полке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520978"/>
                          </a:solidFill>
                        </a:rPr>
                        <a:t>основа каскада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1C1D22"/>
                          </a:solidFill>
                        </a:rPr>
                        <a:t>+ DINOv3-L в ансамбль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>
                          <a:solidFill>
                            <a:srgbClr val="1C1D22"/>
                          </a:solidFill>
                        </a:rPr>
                        <a:t>+0.6 п.п. ценой 1.1 ГБ и 25 мс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8A8A99"/>
                          </a:solidFill>
                        </a:rPr>
                        <a:t>убрали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1C1D22"/>
                          </a:solidFill>
                        </a:rPr>
                        <a:t>DISK + LightGlue по top-20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>
                          <a:solidFill>
                            <a:srgbClr val="1C1D22"/>
                          </a:solidFill>
                        </a:rPr>
                        <a:t>+0.8 п.п., различает похожие этикетки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520978"/>
                          </a:solidFill>
                        </a:rPr>
                        <a:t>оставили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1C1D22"/>
                          </a:solidFill>
                        </a:rPr>
                        <a:t>OCR PP-OCRv5 по тексту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>
                          <a:solidFill>
                            <a:srgbClr val="1C1D22"/>
                          </a:solidFill>
                        </a:rPr>
                        <a:t>+0.8 п.п. за 186 мс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8A8A99"/>
                          </a:solidFill>
                        </a:rPr>
                        <a:t>убрали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1C1D22"/>
                          </a:solidFill>
                        </a:rPr>
                        <a:t>Grounding DINO как запасной кроп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dirty="0">
                          <a:solidFill>
                            <a:srgbClr val="1C1D22"/>
                          </a:solidFill>
                        </a:rPr>
                        <a:t>нужен 1 кадру из 267, весит 892 МБ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8A8A99"/>
                          </a:solidFill>
                        </a:rPr>
                        <a:t>убрали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1C1D22"/>
                          </a:solidFill>
                        </a:rPr>
                        <a:t>Ч/б-гейт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>
                          <a:solidFill>
                            <a:srgbClr val="1C1D22"/>
                          </a:solidFill>
                        </a:rPr>
                        <a:t>на полке отвергает 9 % кадров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8A8A99"/>
                          </a:solidFill>
                        </a:rPr>
                        <a:t>в коде, выкл.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1C1D22"/>
                          </a:solidFill>
                        </a:rPr>
                        <a:t>Проба поворотов 90/180/270°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>
                          <a:solidFill>
                            <a:srgbClr val="1C1D22"/>
                          </a:solidFill>
                        </a:rPr>
                        <a:t>без EXIF 0.27 → 0.58, на полке +0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8A8A99"/>
                          </a:solidFill>
                        </a:rPr>
                        <a:t>в коде, выкл.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17132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 dirty="0" err="1">
                          <a:solidFill>
                            <a:srgbClr val="1C1D22"/>
                          </a:solidFill>
                        </a:rPr>
                        <a:t>LoRA</a:t>
                      </a:r>
                      <a:r>
                        <a:rPr lang="ru-RU" sz="1500" b="1" dirty="0">
                          <a:solidFill>
                            <a:srgbClr val="1C1D22"/>
                          </a:solidFill>
                        </a:rPr>
                        <a:t>-дообучение </a:t>
                      </a:r>
                      <a:r>
                        <a:rPr lang="ru-RU" sz="1500" b="1" dirty="0" err="1">
                          <a:solidFill>
                            <a:srgbClr val="1C1D22"/>
                          </a:solidFill>
                        </a:rPr>
                        <a:t>SigLIP</a:t>
                      </a:r>
                      <a:r>
                        <a:rPr lang="ru-RU" sz="1500" b="1" dirty="0">
                          <a:solidFill>
                            <a:srgbClr val="1C1D22"/>
                          </a:solidFill>
                        </a:rPr>
                        <a:t> 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dirty="0" err="1">
                          <a:solidFill>
                            <a:srgbClr val="1C1D22"/>
                          </a:solidFill>
                        </a:rPr>
                        <a:t>полка 0.756 → 0.850, +9 п.п.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>
                          <a:solidFill>
                            <a:srgbClr val="FF0053"/>
                          </a:solidFill>
                        </a:rPr>
                        <a:t>главный прирост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 dirty="0">
                          <a:solidFill>
                            <a:srgbClr val="1C1D22"/>
                          </a:solidFill>
                        </a:rPr>
                        <a:t>Отсев закрытых этикеток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dirty="0">
                          <a:solidFill>
                            <a:srgbClr val="1C1D22"/>
                          </a:solidFill>
                        </a:rPr>
                        <a:t>не ловят ни качество кадра, ни OCR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500" b="1" dirty="0">
                          <a:solidFill>
                            <a:srgbClr val="FF0053"/>
                          </a:solidFill>
                        </a:rPr>
                        <a:t>не решено</a:t>
                      </a:r>
                    </a:p>
                  </a:txBody>
                  <a:tcPr marT="27432" marB="27432" anchor="ctr">
                    <a:solidFill>
                      <a:srgbClr val="F4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6928" y="550468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1500" b="1" dirty="0">
                <a:solidFill>
                  <a:srgbClr val="5A5A6A"/>
                </a:solidFill>
              </a:rPr>
              <a:t>Всего 23 эксперимента. </a:t>
            </a:r>
            <a:r>
              <a:rPr lang="ru-RU" sz="1500" dirty="0">
                <a:solidFill>
                  <a:srgbClr val="5A5A6A"/>
                </a:solidFill>
              </a:rPr>
              <a:t>С поиском по эмбеддингам и геометрией новые вина добавляются без переобучения, классификатор на 2011 классов так не умеет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54864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8</a:t>
            </a:fld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2941778"/>
              </p:ext>
            </p:extLst>
          </p:nvPr>
        </p:nvGraphicFramePr>
        <p:xfrm>
          <a:off x="346075" y="1600200"/>
          <a:ext cx="5749925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>
                <a:solidFill>
                  <a:srgbClr val="FFFFFF"/>
                </a:solidFill>
              </a:rPr>
              <a:t>РЕЗУЛЬТАТ НА ПОЛЕВЫХ ФОТО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14300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1500" b="1">
                <a:solidFill>
                  <a:srgbClr val="520978"/>
                </a:solidFill>
              </a:rPr>
              <a:t>top-1 на 127 полевых кадрах с винами из каталога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39" y="5349240"/>
            <a:ext cx="612400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1500" dirty="0">
                <a:solidFill>
                  <a:srgbClr val="5A5A6A"/>
                </a:solidFill>
              </a:rPr>
              <a:t>Стенд не видел 6 из 127 вин: их эталоны убрали из индекса для синтетики. Сервис находит все 6, но на остальных 121 кадре уступает стенду: 0.868 против 0.893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1887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2600" b="1" dirty="0">
                <a:solidFill>
                  <a:srgbClr val="FF0053"/>
                </a:solidFill>
              </a:rPr>
              <a:t>0.874</a:t>
            </a:r>
          </a:p>
        </p:txBody>
      </p:sp>
      <p:sp>
        <p:nvSpPr>
          <p:cNvPr id="3" name="TextBox top5"/>
          <p:cNvSpPr txBox="1"/>
          <p:nvPr/>
        </p:nvSpPr>
        <p:spPr>
          <a:xfrm>
            <a:off x="6812280" y="23317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2600" b="1" dirty="0">
                <a:solidFill>
                  <a:srgbClr val="FF0053"/>
                </a:solidFill>
              </a:rPr>
              <a:t>0.969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6916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1500">
                <a:solidFill>
                  <a:srgbClr val="1C1D22"/>
                </a:solidFill>
              </a:rPr>
              <a:t>top-1 сквозным прогоном официального скрипта (111 из 127)</a:t>
            </a:r>
          </a:p>
        </p:txBody>
      </p:sp>
      <p:sp>
        <p:nvSpPr>
          <p:cNvPr id="4" name="TextBox top5 cap"/>
          <p:cNvSpPr txBox="1"/>
          <p:nvPr/>
        </p:nvSpPr>
        <p:spPr>
          <a:xfrm>
            <a:off x="6812280" y="283463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1500">
                <a:solidFill>
                  <a:srgbClr val="1C1D22"/>
                </a:solidFill>
              </a:rPr>
              <a:t>top-5: верное вино в пятёрке (123 из 127)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461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2600" b="1">
                <a:solidFill>
                  <a:srgbClr val="FF0053"/>
                </a:solidFill>
              </a:rPr>
              <a:t>533 мс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74903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1500" dirty="0">
                <a:solidFill>
                  <a:srgbClr val="1C1D22"/>
                </a:solidFill>
              </a:rPr>
              <a:t>p50 ответа, p95 591 мс, максимум 651 мс при лимите 10 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3891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2600" b="1" dirty="0">
                <a:solidFill>
                  <a:srgbClr val="FF0053"/>
                </a:solidFill>
              </a:rPr>
              <a:t>≈60 % → 87 %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8920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1500" dirty="0">
                <a:solidFill>
                  <a:srgbClr val="1C1D22"/>
                </a:solidFill>
              </a:rPr>
              <a:t>ориентир постановщика: так сейчас работает поиск портала, ≈4 с на ответ (их замер)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r>
              <a:rPr lang="ru-RU" sz="2000">
                <a:solidFill>
                  <a:schemeClr val="accent5"/>
                </a:solidFill>
              </a:rPr>
              <a:t>ИТОГОВЫЙ ПАЙПЛАЙН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88720"/>
            <a:ext cx="4807840" cy="512064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solidFill>
                  <a:srgbClr val="FF0053"/>
                </a:solidFill>
              </a:rPr>
              <a:t>01  </a:t>
            </a:r>
            <a:r>
              <a:rPr lang="ru-RU" sz="1500" b="1" dirty="0" err="1">
                <a:solidFill>
                  <a:srgbClr val="520978"/>
                </a:solidFill>
              </a:rPr>
              <a:t>Декод</a:t>
            </a:r>
            <a:endParaRPr lang="ru-RU" sz="1500" b="1" dirty="0">
              <a:solidFill>
                <a:srgbClr val="520978"/>
              </a:solidFill>
            </a:endParaRPr>
          </a:p>
          <a:p>
            <a:pPr marL="0" indent="0">
              <a:spcBef>
                <a:spcPts val="0"/>
              </a:spcBef>
              <a:spcAft>
                <a:spcPts val="1400"/>
              </a:spcAft>
              <a:buNone/>
            </a:pPr>
            <a:r>
              <a:rPr lang="ru-RU" sz="1500" dirty="0">
                <a:solidFill>
                  <a:srgbClr val="1C1D22"/>
                </a:solidFill>
              </a:rPr>
              <a:t>EXIF-поворот, прозрачность → белый, HEIC с iPhone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solidFill>
                  <a:srgbClr val="FF0053"/>
                </a:solidFill>
              </a:rPr>
              <a:t>02  </a:t>
            </a:r>
            <a:r>
              <a:rPr lang="ru-RU" sz="1500" b="1" dirty="0">
                <a:solidFill>
                  <a:srgbClr val="520978"/>
                </a:solidFill>
              </a:rPr>
              <a:t>Кроп</a:t>
            </a:r>
          </a:p>
          <a:p>
            <a:pPr marL="0" indent="0">
              <a:spcBef>
                <a:spcPts val="0"/>
              </a:spcBef>
              <a:spcAft>
                <a:spcPts val="1400"/>
              </a:spcAft>
              <a:buNone/>
            </a:pPr>
            <a:r>
              <a:rPr lang="ru-RU" sz="1500" dirty="0">
                <a:solidFill>
                  <a:srgbClr val="1C1D22"/>
                </a:solidFill>
              </a:rPr>
              <a:t>YOLO11m-seg выбирает бутылку по уверенности, площади и центру кадра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solidFill>
                  <a:srgbClr val="FF0053"/>
                </a:solidFill>
              </a:rPr>
              <a:t>03  </a:t>
            </a:r>
            <a:r>
              <a:rPr lang="ru-RU" sz="1500" b="1" dirty="0" err="1">
                <a:solidFill>
                  <a:srgbClr val="520978"/>
                </a:solidFill>
              </a:rPr>
              <a:t>Эмбеддинг</a:t>
            </a:r>
            <a:endParaRPr lang="ru-RU" sz="1500" b="1" dirty="0">
              <a:solidFill>
                <a:srgbClr val="520978"/>
              </a:solidFill>
            </a:endParaRPr>
          </a:p>
          <a:p>
            <a:pPr marL="0" indent="0">
              <a:spcBef>
                <a:spcPts val="0"/>
              </a:spcBef>
              <a:spcAft>
                <a:spcPts val="1400"/>
              </a:spcAft>
              <a:buNone/>
            </a:pPr>
            <a:r>
              <a:rPr lang="ru-RU" sz="1500" dirty="0" err="1">
                <a:solidFill>
                  <a:srgbClr val="1C1D22"/>
                </a:solidFill>
              </a:rPr>
              <a:t>SigLIP</a:t>
            </a:r>
            <a:r>
              <a:rPr lang="ru-RU" sz="1500" dirty="0">
                <a:solidFill>
                  <a:srgbClr val="1C1D22"/>
                </a:solidFill>
              </a:rPr>
              <a:t> 2 so400m + </a:t>
            </a:r>
            <a:r>
              <a:rPr lang="ru-RU" sz="1500" dirty="0" err="1">
                <a:solidFill>
                  <a:srgbClr val="1C1D22"/>
                </a:solidFill>
              </a:rPr>
              <a:t>LoRA</a:t>
            </a:r>
            <a:r>
              <a:rPr lang="ru-RU" sz="1500" dirty="0">
                <a:solidFill>
                  <a:srgbClr val="1C1D22"/>
                </a:solidFill>
              </a:rPr>
              <a:t> (влита в веса), 1152-d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solidFill>
                  <a:srgbClr val="FF0053"/>
                </a:solidFill>
              </a:rPr>
              <a:t>04  </a:t>
            </a:r>
            <a:r>
              <a:rPr lang="ru-RU" sz="1500" b="1" dirty="0">
                <a:solidFill>
                  <a:srgbClr val="520978"/>
                </a:solidFill>
              </a:rPr>
              <a:t>Поиск</a:t>
            </a:r>
          </a:p>
          <a:p>
            <a:pPr marL="0" indent="0">
              <a:spcBef>
                <a:spcPts val="0"/>
              </a:spcBef>
              <a:spcAft>
                <a:spcPts val="1400"/>
              </a:spcAft>
              <a:buNone/>
            </a:pPr>
            <a:r>
              <a:rPr lang="ru-RU" sz="1500" dirty="0">
                <a:solidFill>
                  <a:srgbClr val="1C1D22"/>
                </a:solidFill>
              </a:rPr>
              <a:t>косинус по 2009 эталонам на GPU за 0.7 мс, top-20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solidFill>
                  <a:srgbClr val="FF0053"/>
                </a:solidFill>
              </a:rPr>
              <a:t>05  </a:t>
            </a:r>
            <a:r>
              <a:rPr lang="ru-RU" sz="1500" b="1" dirty="0">
                <a:solidFill>
                  <a:srgbClr val="520978"/>
                </a:solidFill>
              </a:rPr>
              <a:t>Геометрия</a:t>
            </a:r>
          </a:p>
          <a:p>
            <a:pPr marL="0" indent="0">
              <a:spcBef>
                <a:spcPts val="0"/>
              </a:spcBef>
              <a:spcAft>
                <a:spcPts val="1400"/>
              </a:spcAft>
              <a:buNone/>
            </a:pPr>
            <a:r>
              <a:rPr lang="ru-RU" sz="1500" dirty="0">
                <a:solidFill>
                  <a:srgbClr val="1C1D22"/>
                </a:solidFill>
              </a:rPr>
              <a:t>DISK + </a:t>
            </a:r>
            <a:r>
              <a:rPr lang="ru-RU" sz="1500" dirty="0" err="1">
                <a:solidFill>
                  <a:srgbClr val="1C1D22"/>
                </a:solidFill>
              </a:rPr>
              <a:t>LightGlue</a:t>
            </a:r>
            <a:r>
              <a:rPr lang="ru-RU" sz="1500" dirty="0">
                <a:solidFill>
                  <a:srgbClr val="1C1D22"/>
                </a:solidFill>
              </a:rPr>
              <a:t> + RANSAC; </a:t>
            </a:r>
            <a:r>
              <a:rPr lang="ru-RU" sz="1500" dirty="0" err="1">
                <a:solidFill>
                  <a:srgbClr val="1C1D22"/>
                </a:solidFill>
              </a:rPr>
              <a:t>score</a:t>
            </a:r>
            <a:r>
              <a:rPr lang="ru-RU" sz="1500" dirty="0">
                <a:solidFill>
                  <a:srgbClr val="1C1D22"/>
                </a:solidFill>
              </a:rPr>
              <a:t> = </a:t>
            </a:r>
            <a:r>
              <a:rPr lang="ru-RU" sz="1500" dirty="0" err="1">
                <a:solidFill>
                  <a:srgbClr val="1C1D22"/>
                </a:solidFill>
              </a:rPr>
              <a:t>cos</a:t>
            </a:r>
            <a:r>
              <a:rPr lang="ru-RU" sz="1500" dirty="0">
                <a:solidFill>
                  <a:srgbClr val="1C1D22"/>
                </a:solidFill>
              </a:rPr>
              <a:t> + 0.5·inliers/200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solidFill>
                  <a:srgbClr val="FF0053"/>
                </a:solidFill>
              </a:rPr>
              <a:t>06  </a:t>
            </a:r>
            <a:r>
              <a:rPr lang="ru-RU" sz="1500" b="1" dirty="0">
                <a:solidFill>
                  <a:srgbClr val="520978"/>
                </a:solidFill>
              </a:rPr>
              <a:t>Ответ</a:t>
            </a:r>
          </a:p>
          <a:p>
            <a:pPr marL="0" indent="0">
              <a:spcBef>
                <a:spcPts val="0"/>
              </a:spcBef>
              <a:spcAft>
                <a:spcPts val="1400"/>
              </a:spcAft>
              <a:buNone/>
            </a:pPr>
            <a:r>
              <a:rPr lang="ru-RU" sz="1500" dirty="0">
                <a:solidFill>
                  <a:srgbClr val="1C1D22"/>
                </a:solidFill>
              </a:rPr>
              <a:t>в приёмке всегда top-1, порог «не найдено» есть только в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3400" b="1">
                <a:solidFill>
                  <a:srgbClr val="FFFFFF"/>
                </a:solidFill>
              </a:rPr>
              <a:t>0.874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1500">
                <a:solidFill>
                  <a:srgbClr val="FFD6E4"/>
                </a:solidFill>
              </a:rPr>
              <a:t>top-1 на полке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82880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3400" b="1">
                <a:solidFill>
                  <a:srgbClr val="FFFFFF"/>
                </a:solidFill>
              </a:rPr>
              <a:t>533 мс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6060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1500">
                <a:solidFill>
                  <a:srgbClr val="FFD6E4"/>
                </a:solidFill>
              </a:rPr>
              <a:t>p50 ответа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49039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3400" b="1">
                <a:solidFill>
                  <a:srgbClr val="FFFFFF"/>
                </a:solidFill>
              </a:rPr>
              <a:t>1.8 ГБ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26279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1500" dirty="0">
                <a:solidFill>
                  <a:srgbClr val="FFD6E4"/>
                </a:solidFill>
              </a:rPr>
              <a:t>VRAM в проде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749039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3400" b="1">
                <a:solidFill>
                  <a:srgbClr val="FFFFFF"/>
                </a:solidFill>
              </a:rPr>
              <a:t>4.3 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526279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ru-RU" sz="1500">
                <a:solidFill>
                  <a:srgbClr val="FFD6E4"/>
                </a:solidFill>
              </a:rPr>
              <a:t>холодный старт CV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 lang="ru-RU" sz="2000">
                <a:solidFill>
                  <a:schemeClr val="accent5"/>
                </a:solidFill>
              </a:rPr>
              <a:t>АРХИТЕКТУРА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2377440" cy="71258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rgbClr val="520978"/>
                </a:solidFill>
              </a:rPr>
              <a:t>Фронтенд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2377440" cy="71258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sz="1600" b="1">
                <a:solidFill>
                  <a:srgbClr val="520978"/>
                </a:solidFill>
              </a:rPr>
              <a:t>API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2377440" cy="71258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rgbClr val="520978"/>
                </a:solidFill>
              </a:rPr>
              <a:t>CV-сервис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2377440" cy="71258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rgbClr val="520978"/>
                </a:solidFill>
              </a:rPr>
              <a:t>Данные</a:t>
            </a:r>
          </a:p>
        </p:txBody>
      </p:sp>
      <p:sp>
        <p:nvSpPr>
          <p:cNvPr id="3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5125589"/>
            <a:ext cx="2377440" cy="71258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sz="1600" b="1">
                <a:solidFill>
                  <a:srgbClr val="520978"/>
                </a:solidFill>
              </a:rPr>
              <a:t>Запуск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907634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17520" y="1695025"/>
            <a:ext cx="877824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ru-RU" sz="1500" err="1">
                <a:solidFill>
                  <a:srgbClr val="1C1D22"/>
                </a:solidFill>
              </a:rPr>
              <a:t>React</a:t>
            </a:r>
            <a:r>
              <a:rPr lang="ru-RU" sz="1500" dirty="0">
                <a:solidFill>
                  <a:srgbClr val="1C1D22"/>
                </a:solidFill>
              </a:rPr>
              <a:t> + </a:t>
            </a:r>
            <a:r>
              <a:rPr lang="ru-RU" sz="1500" err="1">
                <a:solidFill>
                  <a:srgbClr val="1C1D22"/>
                </a:solidFill>
              </a:rPr>
              <a:t>TypeScript</a:t>
            </a:r>
            <a:r>
              <a:rPr lang="ru-RU" sz="1500" dirty="0">
                <a:solidFill>
                  <a:srgbClr val="1C1D22"/>
                </a:solidFill>
              </a:rPr>
              <a:t> + </a:t>
            </a:r>
            <a:r>
              <a:rPr lang="ru-RU" sz="1500" err="1">
                <a:solidFill>
                  <a:srgbClr val="1C1D22"/>
                </a:solidFill>
              </a:rPr>
              <a:t>Vite</a:t>
            </a:r>
            <a:r>
              <a:rPr lang="ru-RU" sz="1500" dirty="0">
                <a:solidFill>
                  <a:srgbClr val="1C1D22"/>
                </a:solidFill>
              </a:rPr>
              <a:t>, </a:t>
            </a:r>
            <a:r>
              <a:rPr lang="ru-RU" sz="1500" err="1">
                <a:solidFill>
                  <a:srgbClr val="1C1D22"/>
                </a:solidFill>
              </a:rPr>
              <a:t>Leaflet</a:t>
            </a:r>
            <a:r>
              <a:rPr lang="ru-RU" sz="1500" dirty="0">
                <a:solidFill>
                  <a:srgbClr val="1C1D22"/>
                </a:solidFill>
              </a:rPr>
              <a:t>. Mobile-</a:t>
            </a:r>
            <a:r>
              <a:rPr lang="ru-RU" sz="1500" err="1">
                <a:solidFill>
                  <a:srgbClr val="1C1D22"/>
                </a:solidFill>
              </a:rPr>
              <a:t>first</a:t>
            </a:r>
            <a:r>
              <a:rPr lang="ru-RU" sz="1500" dirty="0">
                <a:solidFill>
                  <a:srgbClr val="1C1D22"/>
                </a:solidFill>
              </a:rPr>
              <a:t>, гейт 18+; тот же бандл работает мини-приложением в 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552035"/>
            <a:ext cx="877824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ru-RU" sz="1500">
                <a:solidFill>
                  <a:srgbClr val="1C1D22"/>
                </a:solidFill>
              </a:rPr>
              <a:t>FastAPI: /api/scan с контрактом приёмки, каталог, профиль без логина, сомелье, ачивки. Отдельный лёгкий образ ~220 МБ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409044"/>
            <a:ext cx="8778240" cy="7125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ru-RU" sz="1500" dirty="0" err="1">
                <a:solidFill>
                  <a:srgbClr val="1C1D22"/>
                </a:solidFill>
              </a:rPr>
              <a:t>PyTorch</a:t>
            </a:r>
            <a:r>
              <a:rPr lang="ru-RU" sz="1500" dirty="0">
                <a:solidFill>
                  <a:srgbClr val="1C1D22"/>
                </a:solidFill>
              </a:rPr>
              <a:t> в своём GPU-контейнере (8.3 ГБ): YOLO → </a:t>
            </a:r>
            <a:r>
              <a:rPr lang="ru-RU" sz="1500" dirty="0" err="1">
                <a:solidFill>
                  <a:srgbClr val="1C1D22"/>
                </a:solidFill>
              </a:rPr>
              <a:t>LoRA-SigLIP</a:t>
            </a:r>
            <a:r>
              <a:rPr lang="ru-RU" sz="1500" dirty="0">
                <a:solidFill>
                  <a:srgbClr val="1C1D22"/>
                </a:solidFill>
              </a:rPr>
              <a:t> 2 → </a:t>
            </a:r>
            <a:r>
              <a:rPr lang="ru-RU" sz="1500" dirty="0" err="1">
                <a:solidFill>
                  <a:srgbClr val="1C1D22"/>
                </a:solidFill>
              </a:rPr>
              <a:t>LightGlue</a:t>
            </a:r>
            <a:r>
              <a:rPr lang="ru-RU" sz="1500" dirty="0">
                <a:solidFill>
                  <a:srgbClr val="1C1D22"/>
                </a:solidFill>
              </a:rPr>
              <a:t>. Если он упал, API переходит на заглушку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422291"/>
            <a:ext cx="8778240" cy="400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ru-RU" sz="1500" dirty="0">
                <a:solidFill>
                  <a:srgbClr val="1C1D22"/>
                </a:solidFill>
              </a:rPr>
              <a:t>Две независимые БД: каталог </a:t>
            </a:r>
            <a:r>
              <a:rPr lang="ru-RU" sz="1500" dirty="0" err="1">
                <a:solidFill>
                  <a:srgbClr val="1C1D22"/>
                </a:solidFill>
              </a:rPr>
              <a:t>read-only</a:t>
            </a:r>
            <a:r>
              <a:rPr lang="ru-RU" sz="1500" dirty="0">
                <a:solidFill>
                  <a:srgbClr val="1C1D22"/>
                </a:solidFill>
              </a:rPr>
              <a:t> и </a:t>
            </a:r>
            <a:r>
              <a:rPr lang="ru-RU" sz="1500" dirty="0" err="1">
                <a:solidFill>
                  <a:srgbClr val="1C1D22"/>
                </a:solidFill>
              </a:rPr>
              <a:t>изменяемый</a:t>
            </a:r>
            <a:r>
              <a:rPr lang="ru-RU" sz="1500" dirty="0">
                <a:solidFill>
                  <a:srgbClr val="1C1D22"/>
                </a:solidFill>
              </a:rPr>
              <a:t> профиль. Переход на </a:t>
            </a:r>
            <a:r>
              <a:rPr lang="ru-RU" sz="1500" dirty="0" err="1">
                <a:solidFill>
                  <a:srgbClr val="1C1D22"/>
                </a:solidFill>
              </a:rPr>
              <a:t>PostgreSQL</a:t>
            </a:r>
            <a:r>
              <a:rPr lang="ru-RU" sz="1500" dirty="0">
                <a:solidFill>
                  <a:srgbClr val="1C1D22"/>
                </a:solidFill>
              </a:rPr>
              <a:t> + </a:t>
            </a:r>
            <a:r>
              <a:rPr lang="ru-RU" sz="1500" dirty="0" err="1">
                <a:solidFill>
                  <a:srgbClr val="1C1D22"/>
                </a:solidFill>
              </a:rPr>
              <a:t>pgvector</a:t>
            </a:r>
            <a:r>
              <a:rPr lang="ru-RU" sz="1500" dirty="0">
                <a:solidFill>
                  <a:srgbClr val="1C1D22"/>
                </a:solidFill>
              </a:rPr>
              <a:t> затронет один модуль</a:t>
            </a:r>
          </a:p>
        </p:txBody>
      </p:sp>
      <p:sp>
        <p:nvSpPr>
          <p:cNvPr id="7" name="TextBox 24"/>
          <p:cNvSpPr txBox="1"/>
          <p:nvPr/>
        </p:nvSpPr>
        <p:spPr>
          <a:xfrm>
            <a:off x="3017520" y="5281827"/>
            <a:ext cx="8778240" cy="40011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ru-RU" sz="1500" dirty="0">
                <a:solidFill>
                  <a:srgbClr val="1C1D22"/>
                </a:solidFill>
              </a:rPr>
              <a:t>Одна команда docker compose up, api ждёт готовности CV. Сид RANSAC зафиксирован, два прогона совпали 267/267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3434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3108960"/>
          </a:xfrm>
          <a:prstGeom prst="roundRect">
            <a:avLst>
              <a:gd name="adj" fmla="val 0"/>
            </a:avLst>
          </a:prstGeom>
          <a:noFill/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b="1" dirty="0">
                <a:solidFill>
                  <a:srgbClr val="520978"/>
                </a:solidFill>
              </a:rPr>
              <a:t>Подобрать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Цифровой сомелье: вопросы о поводе → совет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Аналоги той же категории от других виноделен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«Не найдено» → похожие вина из каталога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3108960"/>
          </a:xfrm>
          <a:prstGeom prst="roundRect">
            <a:avLst>
              <a:gd name="adj" fmla="val 0"/>
            </a:avLst>
          </a:prstGeom>
          <a:noFill/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b="1" dirty="0">
                <a:solidFill>
                  <a:srgbClr val="520978"/>
                </a:solidFill>
              </a:rPr>
              <a:t>Узнать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«Минута винной грамотности» со стриком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Тест дня: 5 вопросов по урокам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Вопросы по теме на карточке, карта винодельческих регионов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3108960"/>
          </a:xfrm>
          <a:prstGeom prst="roundRect">
            <a:avLst>
              <a:gd name="adj" fmla="val 0"/>
            </a:avLst>
          </a:prstGeom>
          <a:noFill/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b="1">
                <a:solidFill>
                  <a:srgbClr val="520978"/>
                </a:solidFill>
              </a:rPr>
              <a:t>Вернуться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>
                <a:solidFill>
                  <a:srgbClr val="1C1D22"/>
                </a:solidFill>
              </a:rPr>
              <a:t>История сканов и оценки вин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>
                <a:solidFill>
                  <a:srgbClr val="1C1D22"/>
                </a:solidFill>
              </a:rPr>
              <a:t>Ачивки за регионы, сорта и винодельни; за объём ачивок нет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>
                <a:solidFill>
                  <a:srgbClr val="1C1D22"/>
                </a:solidFill>
              </a:rPr>
              <a:t>Баллы за отзывы и чекины на винодельнях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>
                <a:solidFill>
                  <a:srgbClr val="FFFFFF"/>
                </a:solidFill>
              </a:rPr>
              <a:t>ФУНКЦИЯ ПОСЛЕ ПОИСКА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83464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12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8955" y="5684860"/>
            <a:ext cx="2307041" cy="423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00">
                <a:solidFill>
                  <a:srgbClr val="1C1D22"/>
                </a:solidFill>
              </a:rPr>
              <a:t>Камера или галерея → карточка за ~0.5 с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047377" y="1759750"/>
            <a:ext cx="1895561" cy="4037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00" b="1">
                <a:solidFill>
                  <a:srgbClr val="520978"/>
                </a:solidFill>
              </a:rPr>
              <a:t>Карточка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71305" y="5695020"/>
            <a:ext cx="2408641" cy="4999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00">
                <a:solidFill>
                  <a:srgbClr val="1C1D22"/>
                </a:solidFill>
              </a:rPr>
              <a:t>Винодельня, регион, сорта, подача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989726" y="1759750"/>
            <a:ext cx="1895561" cy="4039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00" b="1">
                <a:solidFill>
                  <a:srgbClr val="520978"/>
                </a:solidFill>
              </a:rPr>
              <a:t>Сомелье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13654" y="5693570"/>
            <a:ext cx="2307041" cy="10058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00">
                <a:solidFill>
                  <a:srgbClr val="1C1D22"/>
                </a:solidFill>
              </a:rPr>
              <a:t>Повод и еда → совет и аналоги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932075" y="1759750"/>
            <a:ext cx="1895561" cy="4236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00" b="1">
                <a:solidFill>
                  <a:srgbClr val="520978"/>
                </a:solidFill>
              </a:rPr>
              <a:t>Профиль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356003" y="5683410"/>
            <a:ext cx="2307041" cy="10058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500">
                <a:solidFill>
                  <a:srgbClr val="1C1D22"/>
                </a:solidFill>
              </a:rPr>
              <a:t>История, ачивки, урок дня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>
                <a:solidFill>
                  <a:srgbClr val="FFFFFF"/>
                </a:solidFill>
              </a:rPr>
              <a:t>ДЕМОНСТРАЦИЯ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71305" y="1704886"/>
            <a:ext cx="771003" cy="4037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13654" y="1704886"/>
            <a:ext cx="771003" cy="4039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>
                <a:solidFill>
                  <a:srgbClr val="FF0053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356003" y="1704886"/>
            <a:ext cx="771003" cy="4236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>
                <a:solidFill>
                  <a:srgbClr val="FF0053"/>
                </a:solidFill>
              </a:rPr>
              <a:t>04</a:t>
            </a:r>
          </a:p>
        </p:txBody>
      </p:sp>
      <p:pic>
        <p:nvPicPr>
          <p:cNvPr id="28" name="Picture 27" descr="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24" y="1755685"/>
            <a:ext cx="2357452" cy="3766615"/>
          </a:xfrm>
          <a:prstGeom prst="rect">
            <a:avLst/>
          </a:prstGeom>
        </p:spPr>
      </p:pic>
      <p:pic>
        <p:nvPicPr>
          <p:cNvPr id="29" name="Picture 28" descr="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970" y="1756341"/>
            <a:ext cx="2307371" cy="3773349"/>
          </a:xfrm>
          <a:prstGeom prst="rect">
            <a:avLst/>
          </a:prstGeom>
        </p:spPr>
      </p:pic>
      <p:pic>
        <p:nvPicPr>
          <p:cNvPr id="30" name="Picture 29" descr="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278" y="1755686"/>
            <a:ext cx="2379472" cy="3773292"/>
          </a:xfrm>
          <a:prstGeom prst="rect">
            <a:avLst/>
          </a:prstGeom>
        </p:spPr>
      </p:pic>
      <p:pic>
        <p:nvPicPr>
          <p:cNvPr id="31" name="Picture 30" descr="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0427" y="1755686"/>
            <a:ext cx="2348992" cy="377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32352E2-54BA-705C-C9BB-328B5BDEF2D2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3FE28FC6-A9E9-4F9B-8446-38D1CD450EF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13</a:t>
            </a:fld>
            <a:endParaRPr lang="ru-RU">
              <a:solidFill>
                <a:schemeClr val="accent5"/>
              </a:solidFill>
            </a:endParaRPr>
          </a:p>
        </p:txBody>
      </p:sp>
      <p:pic>
        <p:nvPicPr>
          <p:cNvPr id="42" name="video_2026-09-28_21-55-35">
            <a:hlinkClick r:id="" action="ppaction://media"/>
            <a:extLst>
              <a:ext uri="{FF2B5EF4-FFF2-40B4-BE49-F238E27FC236}">
                <a16:creationId xmlns:a16="http://schemas.microsoft.com/office/drawing/2014/main" id="{E825DEF4-2008-CFF1-6A79-2845DEF292D2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112" end="1760.633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26695" y="945480"/>
            <a:ext cx="2492541" cy="55589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A4EDC46-4F2C-4275-9CDC-2BD481E430A8}"/>
              </a:ext>
            </a:extLst>
          </p:cNvPr>
          <p:cNvGrpSpPr/>
          <p:nvPr/>
        </p:nvGrpSpPr>
        <p:grpSpPr>
          <a:xfrm>
            <a:off x="4778198" y="900444"/>
            <a:ext cx="2589535" cy="5649067"/>
            <a:chOff x="5193506" y="1574276"/>
            <a:chExt cx="1802607" cy="3705431"/>
          </a:xfrm>
        </p:grpSpPr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ADC314F-9F19-4FEA-97AD-07F26F51B620}"/>
                </a:ext>
              </a:extLst>
            </p:cNvPr>
            <p:cNvSpPr/>
            <p:nvPr/>
          </p:nvSpPr>
          <p:spPr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376E7FEE-0EB1-4746-9DDD-1684A7001A8E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A8C3F5C7-7636-41A4-BA80-3491804B8786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811CD315-417D-43F3-86F1-90773170876F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2BB8CDF7-2F1E-4B42-A7CD-D11EC8EDA406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68B6A556-7D40-478D-84FB-4EF0FC7DA59F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12827976-DC27-4EAF-8E52-EBEFEC7E0761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6530F195-F566-483B-94CE-768CC428E39B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18CA254A-9E3B-4352-82B2-BA84B9F413EC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4273616-0536-4E9E-A4BE-5D7114D4C4E6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81AF835D-BC32-4CF6-9D53-BC9BE3935788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668C5EB7-3AC0-4913-B7E5-76B46FFF714C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18FAB6AC-0AD1-4123-96B1-6FDD727A66D6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E0079DE2-1327-4F2F-A9D1-235DB5B2BB66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8563A0D3-DD5F-48FE-8A05-4C2D704CE07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8452619C-3E15-4DC5-AB4B-6C88B9322F6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824479CF-8277-41BF-A7D4-9E38E5D3A492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0B62DAC2-F1F4-4ECF-851D-BEC23148FE5D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45311E48-AC2A-4A80-A65A-D356CC01C1AC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104AE29B-276D-4F69-9E54-6CBD0BE75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4FAE68B0-E6D3-4A99-8C27-FF0701E8FAD5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81A0CB6C-0D74-4877-B97D-73B7D6B320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7237E626-D311-4B83-8DBA-12DC3F813C32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F61B8E82-D4DC-41E9-B74B-4125D6F227F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9" name="Заголовок 13">
            <a:extLst>
              <a:ext uri="{FF2B5EF4-FFF2-40B4-BE49-F238E27FC236}">
                <a16:creationId xmlns:a16="http://schemas.microsoft.com/office/drawing/2014/main" id="{8E1F3D1B-B48D-3959-B6E3-253BFA6E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ДЕМОНСТРАЦИЯ</a:t>
            </a:r>
          </a:p>
        </p:txBody>
      </p:sp>
    </p:spTree>
    <p:extLst>
      <p:ext uri="{BB962C8B-B14F-4D97-AF65-F5344CB8AC3E}">
        <p14:creationId xmlns:p14="http://schemas.microsoft.com/office/powerpoint/2010/main" val="54064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94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>
                <a:solidFill>
                  <a:srgbClr val="520978"/>
                </a:solidFill>
              </a:rPr>
              <a:t>Точность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>
            <a:noAutofit/>
          </a:bodyPr>
          <a:lstStyle/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Дообучить на датасете из реальных фото каждого вина, снятых с разных ракурсов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Частично закрытые этикетки: пока единственный нерешённый тип ошибок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Дедупликация серий каталога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>
                <a:solidFill>
                  <a:srgbClr val="520978"/>
                </a:solidFill>
              </a:rPr>
              <a:t>Продукт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>
            <a:noAutofit/>
          </a:bodyPr>
          <a:lstStyle/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LLM-сомелье с карточкой вина в контексте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Иностранная бутылка → российский аналог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Ненайденные сканы превращать в заявки на пополнение каталога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 dirty="0">
                <a:solidFill>
                  <a:srgbClr val="1C1D22"/>
                </a:solidFill>
              </a:rPr>
              <a:t>Доработка OCR винной карты ресторана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b="1">
                <a:solidFill>
                  <a:srgbClr val="520978"/>
                </a:solidFill>
              </a:rPr>
              <a:t>Внедрение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>
            <a:noAutofit/>
          </a:bodyPr>
          <a:lstStyle/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>
                <a:solidFill>
                  <a:srgbClr val="1C1D22"/>
                </a:solidFill>
              </a:rPr>
              <a:t>Встроить в портал «Своё Вино» вместо экрана из 10 карточек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>
                <a:solidFill>
                  <a:srgbClr val="1C1D22"/>
                </a:solidFill>
              </a:rPr>
              <a:t>pgvector/FAISS при росте каталога на порядок</a:t>
            </a:r>
          </a:p>
          <a:p>
            <a:pPr marL="171450" indent="-171450">
              <a:spcBef>
                <a:spcPts val="0"/>
              </a:spcBef>
              <a:spcAft>
                <a:spcPts val="8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500">
                <a:solidFill>
                  <a:srgbClr val="1C1D22"/>
                </a:solidFill>
              </a:rPr>
              <a:t>MAX-мини-приложение в чат-боте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lang="ru-RU">
                <a:solidFill>
                  <a:schemeClr val="accent5"/>
                </a:solidFill>
              </a:rPr>
              <a:t>ДАЛЬНЕЙШЕЕ РАЗВИТИЕ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>
                <a:solidFill>
                  <a:srgbClr val="FF0053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>
                <a:solidFill>
                  <a:srgbClr val="FF0053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>
                <a:solidFill>
                  <a:srgbClr val="FF005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27432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>
                <a:solidFill>
                  <a:srgbClr val="FFFFFF"/>
                </a:solidFill>
              </a:rPr>
              <a:t>ВЫВОДЫ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10332720" cy="9342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500" cap="none" dirty="0">
                <a:solidFill>
                  <a:schemeClr val="tx1"/>
                </a:solidFill>
              </a:rPr>
              <a:t>top-1 87 % и top-5 97 % на 127 размеченных фото с полок против ≈60 % у текущего поиска. Вместо экрана из 10 карточек остаётся одна карточка и запасные варианты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10058400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>
                <a:solidFill>
                  <a:schemeClr val="accent5"/>
                </a:solidFill>
              </a:rPr>
              <a:t>Проверено на реальных полках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4983480"/>
            <a:ext cx="1033272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ru-RU" sz="1500" dirty="0">
                <a:solidFill>
                  <a:srgbClr val="1C1D22"/>
                </a:solidFill>
              </a:rPr>
              <a:t>Сомелье, аналоги других российских виноделен, уроки и ачивки за открытия возвращают пользователя в каталог в рамках 171-ФЗ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Удержание без продажи алкоголя</a:t>
            </a:r>
            <a:br>
              <a:rPr lang="ru-RU" b="1" dirty="0">
                <a:solidFill>
                  <a:schemeClr val="accent5"/>
                </a:solidFill>
              </a:rPr>
            </a:b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246120"/>
            <a:ext cx="1033272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 cap="none" dirty="0">
                <a:solidFill>
                  <a:schemeClr val="tx1"/>
                </a:solidFill>
              </a:rPr>
              <a:t>Сервис уже работает на app.nektarum.ru и в мини-приложении MAX. Запускается одной командой, отвечает в формате скрипта приёмки, ответы воспроизводимы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Готово к пилоту на «Своё Вино»</a:t>
            </a:r>
            <a:br>
              <a:rPr lang="ru-RU" b="1" dirty="0">
                <a:solidFill>
                  <a:schemeClr val="accent5"/>
                </a:solidFill>
              </a:rPr>
            </a:br>
            <a:endParaRPr lang="ru-RU" b="1" dirty="0">
              <a:solidFill>
                <a:schemeClr val="accent5"/>
              </a:solidFill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sz="1600"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sz="1600"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sz="1600"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0" indent="0">
              <a:buNone/>
            </a:pPr>
            <a:r>
              <a:rPr lang="ru-RU" sz="4800" b="1" dirty="0">
                <a:solidFill>
                  <a:srgbClr val="FFFFFF"/>
                </a:solidFill>
              </a:rPr>
              <a:t>СПАСИБО!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9714368" cy="757174"/>
          </a:xfrm>
        </p:spPr>
        <p:txBody>
          <a:bodyPr anchor="ctr"/>
          <a:lstStyle/>
          <a:p>
            <a:r>
              <a:rPr lang="ru-RU" dirty="0"/>
              <a:t>app.nektarum.ru/</a:t>
            </a:r>
            <a:r>
              <a:rPr lang="ru-RU" dirty="0" err="1"/>
              <a:t>vino</a:t>
            </a:r>
            <a:r>
              <a:rPr lang="ru-RU" dirty="0"/>
              <a:t>  ·  github.com/</a:t>
            </a:r>
            <a:r>
              <a:rPr lang="ru-RU" dirty="0" err="1"/>
              <a:t>alotzte</a:t>
            </a:r>
            <a:r>
              <a:rPr lang="ru-RU" dirty="0"/>
              <a:t>/</a:t>
            </a:r>
            <a:r>
              <a:rPr lang="ru-RU" dirty="0" err="1"/>
              <a:t>vino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7" name="Image 21" descr=" ">
            <a:extLst>
              <a:ext uri="{FF2B5EF4-FFF2-40B4-BE49-F238E27FC236}">
                <a16:creationId xmlns:a16="http://schemas.microsoft.com/office/drawing/2014/main" id="{B537FEE7-8C21-9B82-56D0-879BBAF2E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07" y="441325"/>
            <a:ext cx="4293032" cy="81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</TotalTime>
  <Words>1320</Words>
  <Application>Microsoft Office PowerPoint</Application>
  <PresentationFormat>Широкоэкранный</PresentationFormat>
  <Paragraphs>196</Paragraphs>
  <Slides>16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Montserrat</vt:lpstr>
      <vt:lpstr>Wingdings</vt:lpstr>
      <vt:lpstr>Для Академия инноваторов 16_9</vt:lpstr>
      <vt:lpstr>НЕКТАРУМ</vt:lpstr>
      <vt:lpstr>НЕКТАРУМ</vt:lpstr>
      <vt:lpstr>НЕКТАРУМ</vt:lpstr>
      <vt:lpstr>О КОМАНДЕ</vt:lpstr>
      <vt:lpstr>КОРОТКО О РЕШЕНИИ</vt:lpstr>
      <vt:lpstr>ИСХОДНЫЕ ДАННЫЕ</vt:lpstr>
      <vt:lpstr>ЭКСПЕРИМЕНТЫ</vt:lpstr>
      <vt:lpstr>РЕЗУЛЬТАТ НА ПОЛЕВЫХ ФОТО</vt:lpstr>
      <vt:lpstr>ИТОГОВЫЙ ПАЙПЛАЙН</vt:lpstr>
      <vt:lpstr>АРХИТЕКТУРА</vt:lpstr>
      <vt:lpstr>ФУНКЦИЯ ПОСЛЕ ПОИСКА</vt:lpstr>
      <vt:lpstr>ДЕМОНСТРАЦИЯ</vt:lpstr>
      <vt:lpstr>ДЕМОНСТРАЦИЯ</vt:lpstr>
      <vt:lpstr>ДАЛЬНЕЙШЕЕ РАЗВИТИЕ</vt:lpstr>
      <vt:lpstr>ВЫВОДЫ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Александр Отченашенко</cp:lastModifiedBy>
  <cp:revision>7</cp:revision>
  <dcterms:created xsi:type="dcterms:W3CDTF">2023-05-15T07:36:23Z</dcterms:created>
  <dcterms:modified xsi:type="dcterms:W3CDTF">2026-09-29T15:23:45Z</dcterms:modified>
</cp:coreProperties>
</file>